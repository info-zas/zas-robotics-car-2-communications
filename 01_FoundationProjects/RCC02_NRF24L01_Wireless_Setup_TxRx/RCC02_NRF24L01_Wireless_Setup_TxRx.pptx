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3"/>
  </p:notesMasterIdLst>
  <p:sldIdLst>
    <p:sldId id="256" r:id="rId3"/>
    <p:sldId id="288" r:id="rId4"/>
    <p:sldId id="287" r:id="rId5"/>
    <p:sldId id="285" r:id="rId6"/>
    <p:sldId id="292" r:id="rId7"/>
    <p:sldId id="289" r:id="rId8"/>
    <p:sldId id="293" r:id="rId9"/>
    <p:sldId id="290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006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56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91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92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58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073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4412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534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817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506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38044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00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Ref: RCC02)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RCC02: NRF24L01 Wireless </a:t>
            </a:r>
            <a:r>
              <a:rPr lang="en-US" sz="3600" b="1">
                <a:solidFill>
                  <a:srgbClr val="7030A0"/>
                </a:solidFill>
              </a:rPr>
              <a:t>Setup Tx-Rx</a:t>
            </a:r>
            <a:endParaRPr lang="en-GB" sz="36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RCC02: NRF24L01 Wireless Setup </a:t>
            </a:r>
            <a:r>
              <a:rPr lang="en-US" b="1" dirty="0" err="1">
                <a:solidFill>
                  <a:srgbClr val="7030A0"/>
                </a:solidFill>
              </a:rPr>
              <a:t>TxRx</a:t>
            </a:r>
            <a:endParaRPr lang="en-GB" b="1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90" y="4369619"/>
            <a:ext cx="1795010" cy="1574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9EB0A-9A32-1268-7377-D6E8C58289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993022" y="1906827"/>
            <a:ext cx="305434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C1D6C-E861-25A7-1E8C-9ACCD884A776}"/>
              </a:ext>
            </a:extLst>
          </p:cNvPr>
          <p:cNvSpPr txBox="1"/>
          <p:nvPr/>
        </p:nvSpPr>
        <p:spPr bwMode="auto">
          <a:xfrm>
            <a:off x="568128" y="6354223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1E53-B294-9239-C2C8-F5D469198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98FA3-7158-8A96-0341-6C6EABF8E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RCC02: Joystick Basics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6519D-9447-38ED-FD25-E280C2233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Read X &amp; Y values</a:t>
            </a:r>
          </a:p>
          <a:p>
            <a:r>
              <a:rPr lang="en-GB" dirty="0">
                <a:solidFill>
                  <a:schemeClr val="bg1"/>
                </a:solidFill>
              </a:rPr>
              <a:t>Determine direction</a:t>
            </a:r>
          </a:p>
          <a:p>
            <a:r>
              <a:rPr lang="en-GB" dirty="0">
                <a:solidFill>
                  <a:schemeClr val="bg1"/>
                </a:solidFill>
              </a:rPr>
              <a:t>Clear OLED &amp; print</a:t>
            </a:r>
          </a:p>
          <a:p>
            <a:r>
              <a:rPr lang="en-GB" dirty="0">
                <a:solidFill>
                  <a:schemeClr val="bg1"/>
                </a:solidFill>
              </a:rPr>
              <a:t>Small delay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02BE2E-BC4C-5BBE-6C8F-0C1EE4478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4FC053-1191-B07D-2FD0-E62C57896A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7991872" y="1400732"/>
            <a:ext cx="3054342" cy="39041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4E4FA6-587B-2547-6644-E80B7BC02310}"/>
              </a:ext>
            </a:extLst>
          </p:cNvPr>
          <p:cNvSpPr txBox="1"/>
          <p:nvPr/>
        </p:nvSpPr>
        <p:spPr bwMode="auto">
          <a:xfrm rot="16200000">
            <a:off x="9355811" y="2974440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D2150D58-97AD-CB73-F9F0-5D4258228361}"/>
              </a:ext>
            </a:extLst>
          </p:cNvPr>
          <p:cNvSpPr txBox="1"/>
          <p:nvPr/>
        </p:nvSpPr>
        <p:spPr bwMode="auto">
          <a:xfrm>
            <a:off x="938630" y="4412942"/>
            <a:ext cx="5810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>
                <a:solidFill>
                  <a:srgbClr val="00B0F0"/>
                </a:solidFill>
              </a:rPr>
              <a:t>Code for Lesson RCC02 (</a:t>
            </a:r>
            <a:r>
              <a:rPr lang="en-US" b="1" dirty="0">
                <a:solidFill>
                  <a:srgbClr val="00B0F0"/>
                </a:solidFill>
              </a:rPr>
              <a:t>RCC02_a_Joystick_Movement_Functionality_Tx</a:t>
            </a:r>
            <a:r>
              <a:rPr lang="en-GB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CBF04F-BB1B-1976-92F3-7B4022BD2C5B}"/>
              </a:ext>
            </a:extLst>
          </p:cNvPr>
          <p:cNvSpPr txBox="1"/>
          <p:nvPr/>
        </p:nvSpPr>
        <p:spPr>
          <a:xfrm>
            <a:off x="938631" y="5059273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https://github.com/info-zas/zas-robotics-car-2-communications/blob/main/01_FoundationProjects/RCC02_NRF24L01_Wireless_Setup_TxRx/RCC02_a_Joystick_Movement_Functionality_Tx/RCC02_a_Joystick_Movement_Functionality_Tx.ino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7862B-5407-1F90-6A1F-09CF9E9C595C}"/>
              </a:ext>
            </a:extLst>
          </p:cNvPr>
          <p:cNvSpPr txBox="1"/>
          <p:nvPr/>
        </p:nvSpPr>
        <p:spPr bwMode="auto">
          <a:xfrm>
            <a:off x="7782580" y="5014905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606777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73478-60C2-AA77-E65A-91F653C6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RCC02: Joystick Basics</a:t>
            </a:r>
            <a:br>
              <a:rPr lang="en-GB" b="1" dirty="0">
                <a:solidFill>
                  <a:srgbClr val="7030A0"/>
                </a:solidFill>
              </a:rPr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815BAC-4710-29F1-7639-4EBAA00B0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71D14-CB3A-CBAA-B5EE-EA153542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E118D868-C428-1CBA-F630-2FC817FBF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229896"/>
            <a:ext cx="7973401" cy="5262979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 for debugging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Initialize OLED display (SSD1306) at I2C address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Clear display, set text size and color (WHITE)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Set joystick pins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A0 (X)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A1 (Y)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as INPUT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Read joystick analog values: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xValue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analogRead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(A0)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yValue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analogRead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(A1)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Convert X/Y values into a direction using thresholds: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- Y &gt; 600 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FORWARD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- Y &lt; 400 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BACKWARD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- X &gt; 600 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RIGHT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- X &lt; 400 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LEFT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- Otherwise 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CENTER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Clear OLED and set cursor to top-left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Display heading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“JOYSTICK VALUES”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Print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(direction text)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Push updated frame to OLED using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display.display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()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Delay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50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for smooth refresh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directionText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(x, y)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Checks joystick X/Y against fixed thresholds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Returns one of: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FORWARD / BACKWARD / LEFT / RIGHT / CENTER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9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RCC02: NRF24L01 Wireless Setup </a:t>
            </a:r>
            <a:r>
              <a:rPr lang="en-US" b="1" dirty="0" err="1">
                <a:solidFill>
                  <a:srgbClr val="7030A0"/>
                </a:solidFill>
              </a:rPr>
              <a:t>TxRx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DF46208-C781-3C94-AECE-BAF1DB737222}"/>
              </a:ext>
            </a:extLst>
          </p:cNvPr>
          <p:cNvSpPr txBox="1"/>
          <p:nvPr/>
        </p:nvSpPr>
        <p:spPr bwMode="auto">
          <a:xfrm>
            <a:off x="997692" y="4999229"/>
            <a:ext cx="5501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>
                <a:solidFill>
                  <a:srgbClr val="00B0F0"/>
                </a:solidFill>
              </a:rPr>
              <a:t>Code for Lesson RCC02 (</a:t>
            </a:r>
            <a:r>
              <a:rPr lang="en-US" b="1" dirty="0">
                <a:solidFill>
                  <a:srgbClr val="00B0F0"/>
                </a:solidFill>
              </a:rPr>
              <a:t>RCC02_b_NRF24L01_Basic_Transmitter_Tx</a:t>
            </a:r>
            <a:r>
              <a:rPr lang="en-GB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3BC2B-F791-CB7B-EDBD-2BA738EA04D0}"/>
              </a:ext>
            </a:extLst>
          </p:cNvPr>
          <p:cNvSpPr txBox="1"/>
          <p:nvPr/>
        </p:nvSpPr>
        <p:spPr>
          <a:xfrm>
            <a:off x="1138804" y="5630853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https://github.com/info-zas/zas-robotics-car-2-communications/blob/main/01_FoundationProjects/RCC02_NRF24L01_Wireless_Setup_TxRx/RCC02_b_NRF24L01_Basic_Transmitter_Tx/RCC02_b_NRF24L01_Basic_Transmitter_Tx.ino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510130" y="5277646"/>
            <a:ext cx="5501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>
                <a:solidFill>
                  <a:srgbClr val="00B0F0"/>
                </a:solidFill>
              </a:rPr>
              <a:t>Code for Lesson RCC02 (</a:t>
            </a:r>
            <a:r>
              <a:rPr lang="en-US" b="1" dirty="0">
                <a:solidFill>
                  <a:srgbClr val="00B0F0"/>
                </a:solidFill>
              </a:rPr>
              <a:t>RCC02_b_NRF24L01_Basic_Receiver_Rx</a:t>
            </a:r>
            <a:r>
              <a:rPr lang="en-GB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https://github.com/info-zas/zas-robotics-car-2-communications/blob/main/01_FoundationProjects/RCC02_NRF24L01_Wireless_Setup_TxRx/RCC02_b_NRF24L01_Basic_Receiver_Rx/RCC02_b_NRF24L01_Basic_Receiver_Rx.ino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63C869-CD41-0F91-F099-AEB91A807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659109" y="1476935"/>
            <a:ext cx="2842812" cy="3904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842C-E7B1-BBD1-075E-9F8438C185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1670583" y="1532102"/>
            <a:ext cx="3054342" cy="390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05F5A-115F-2B21-39D1-6E61A5D7C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RCC02: NRF24L01 Wireless Setup </a:t>
            </a:r>
            <a:r>
              <a:rPr lang="en-US" b="1" dirty="0" err="1">
                <a:solidFill>
                  <a:srgbClr val="7030A0"/>
                </a:solidFill>
              </a:rPr>
              <a:t>TxRx</a:t>
            </a:r>
            <a:br>
              <a:rPr lang="en-GB" b="1" dirty="0">
                <a:solidFill>
                  <a:srgbClr val="7030A0"/>
                </a:solidFill>
              </a:rPr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0B5AB-E606-96FC-21FE-58A098A91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563FF9-F38D-373D-1897-813A1F20A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8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D534A2-09D6-C899-E2F9-62B6AC385F03}"/>
              </a:ext>
            </a:extLst>
          </p:cNvPr>
          <p:cNvSpPr txBox="1"/>
          <p:nvPr/>
        </p:nvSpPr>
        <p:spPr>
          <a:xfrm>
            <a:off x="2018087" y="5971629"/>
            <a:ext cx="84112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600" b="1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</a:t>
            </a:r>
            <a:endParaRPr lang="en-US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both the receiver/transmitter have the identical Device  </a:t>
            </a:r>
            <a:r>
              <a:rPr lang="en-US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ddress (Pipe) and Channel</a:t>
            </a:r>
            <a:endParaRPr lang="en-US" sz="1800" b="1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7AE9E60A-3544-32D4-ACC2-DD0CBAB62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1833" y="1515140"/>
            <a:ext cx="3637534" cy="4247317"/>
          </a:xfrm>
          <a:prstGeom prst="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I2C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receiver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CE=A3, CSN=A2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Reading pipe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 Unicode MS"/>
              </a:rPr>
              <a:t>"00001"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–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</a:rPr>
              <a:t>Channel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108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, Power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LOW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startListening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Show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RECEIVER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on OLED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If radio data available: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Read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x, 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payload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Display X and Y values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Refresh OLED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Delay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44AF5017-3480-6403-B5E7-E7CF9A22D1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148" y="1443841"/>
            <a:ext cx="4351897" cy="3970318"/>
          </a:xfrm>
          <a:prstGeom prst="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TX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CE=A3, CSN=A2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Pipe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 Unicode MS"/>
              </a:rPr>
              <a:t>"00001"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00B0F0"/>
                </a:solidFill>
              </a:rPr>
              <a:t>-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</a:rPr>
              <a:t>Channel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108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, Power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highlight>
                  <a:srgbClr val="800080"/>
                </a:highlight>
                <a:latin typeface="Arial" panose="020B0604020202020204" pitchFamily="34" charset="0"/>
              </a:rPr>
              <a:t>LOW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stopListening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Set joystick pins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A0, A1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as INPUT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Read joystick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X, Y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Send payload via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radio.write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()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Display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X, Y on OLED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Delay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206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15261-95B6-C07C-160B-717C3FC92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3B586-224B-3222-89EF-D6DBF4AF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7BE6A-61B5-C731-D109-A50F539C4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Remote robot control</a:t>
            </a:r>
          </a:p>
          <a:p>
            <a:r>
              <a:rPr lang="en-GB" dirty="0">
                <a:solidFill>
                  <a:schemeClr val="bg1"/>
                </a:solidFill>
              </a:rPr>
              <a:t>Telemetry monitoring</a:t>
            </a:r>
          </a:p>
          <a:p>
            <a:r>
              <a:rPr lang="en-GB" dirty="0">
                <a:solidFill>
                  <a:schemeClr val="bg1"/>
                </a:solidFill>
              </a:rPr>
              <a:t>Multi-node 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6B218-CB3B-9D01-B653-16E92441B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3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69DFF6-60F7-FE01-7A26-3CF8EA34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02E0-37D4-4612-6A81-098207957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05459-098C-C078-AB7E-1F5DF4E53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Why matching pipes?</a:t>
            </a:r>
          </a:p>
          <a:p>
            <a:r>
              <a:rPr lang="en-GB" dirty="0">
                <a:solidFill>
                  <a:schemeClr val="bg1"/>
                </a:solidFill>
              </a:rPr>
              <a:t>Why CE/CSN?</a:t>
            </a:r>
          </a:p>
          <a:p>
            <a:r>
              <a:rPr lang="en-GB" dirty="0">
                <a:solidFill>
                  <a:schemeClr val="bg1"/>
                </a:solidFill>
              </a:rPr>
              <a:t>Why OLED for debugging?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F987B9-162F-9AF6-0B5B-C3575E4F8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221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820</Words>
  <Application>Microsoft Office PowerPoint</Application>
  <PresentationFormat>Widescreen</PresentationFormat>
  <Paragraphs>89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Arial Unicode MS</vt:lpstr>
      <vt:lpstr>Calibri</vt:lpstr>
      <vt:lpstr>Calibri Light</vt:lpstr>
      <vt:lpstr>1_Office Theme</vt:lpstr>
      <vt:lpstr>Office Theme</vt:lpstr>
      <vt:lpstr>Robot Car 2 (Wireless Communication Control) (RCC)</vt:lpstr>
      <vt:lpstr>Robot Car2 - Contents</vt:lpstr>
      <vt:lpstr>Robot Car2 - Contents</vt:lpstr>
      <vt:lpstr>RCC02: NRF24L01 Wireless Setup TxRx</vt:lpstr>
      <vt:lpstr>RCC02: Joystick Basics</vt:lpstr>
      <vt:lpstr> RCC02: Joystick Basics </vt:lpstr>
      <vt:lpstr>RCC02: NRF24L01 Wireless Setup TxRx</vt:lpstr>
      <vt:lpstr> RCC02: NRF24L01 Wireless Setup TxRx </vt:lpstr>
      <vt:lpstr>Applications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19</cp:revision>
  <dcterms:created xsi:type="dcterms:W3CDTF">2025-11-29T15:09:33Z</dcterms:created>
  <dcterms:modified xsi:type="dcterms:W3CDTF">2026-01-17T13:07:09Z</dcterms:modified>
</cp:coreProperties>
</file>