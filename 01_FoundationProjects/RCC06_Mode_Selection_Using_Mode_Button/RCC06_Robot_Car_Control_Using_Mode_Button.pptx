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88" r:id="rId3"/>
    <p:sldId id="287" r:id="rId4"/>
    <p:sldId id="285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9" y="3602038"/>
            <a:ext cx="10264876" cy="1655762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RCC06)</a:t>
            </a:r>
            <a:endParaRPr lang="en-GB" sz="3600" b="1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RCC06:Robot Car Control Using Mode Button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11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RCC06:Robot Car Control Using Mode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E6832-164B-63D1-992D-505C0928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90" y="4369619"/>
            <a:ext cx="1795010" cy="1574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9EB0A-9A32-1268-7377-D6E8C5828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993022" y="1906827"/>
            <a:ext cx="305434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C1D6C-E861-25A7-1E8C-9ACCD884A776}"/>
              </a:ext>
            </a:extLst>
          </p:cNvPr>
          <p:cNvSpPr txBox="1"/>
          <p:nvPr/>
        </p:nvSpPr>
        <p:spPr bwMode="auto">
          <a:xfrm>
            <a:off x="568128" y="6354223"/>
            <a:ext cx="38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RCC06:Robot Car Control Using Mode Button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DF46208-C781-3C94-AECE-BAF1DB737222}"/>
              </a:ext>
            </a:extLst>
          </p:cNvPr>
          <p:cNvSpPr txBox="1"/>
          <p:nvPr/>
        </p:nvSpPr>
        <p:spPr bwMode="auto">
          <a:xfrm>
            <a:off x="324465" y="5276904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FFFF00"/>
                </a:solidFill>
              </a:rPr>
              <a:t>Code for Lesson RCC06 (</a:t>
            </a:r>
            <a:r>
              <a:rPr lang="en-US" sz="1600" b="1" dirty="0">
                <a:solidFill>
                  <a:srgbClr val="FFFF00"/>
                </a:solidFill>
              </a:rPr>
              <a:t>RCC06_Mode_Selection_Using_Mode_Button_Tx.</a:t>
            </a:r>
            <a:r>
              <a:rPr lang="en-GB" sz="1600" b="1" dirty="0" err="1">
                <a:solidFill>
                  <a:srgbClr val="FFFF00"/>
                </a:solidFill>
              </a:rPr>
              <a:t>ino</a:t>
            </a:r>
            <a:r>
              <a:rPr lang="en-GB" sz="1600" b="1" dirty="0">
                <a:solidFill>
                  <a:srgbClr val="FFFF00"/>
                </a:solidFill>
              </a:rPr>
              <a:t>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3BC2B-F791-CB7B-EDBD-2BA738EA04D0}"/>
              </a:ext>
            </a:extLst>
          </p:cNvPr>
          <p:cNvSpPr txBox="1"/>
          <p:nvPr/>
        </p:nvSpPr>
        <p:spPr>
          <a:xfrm>
            <a:off x="1008204" y="5923977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420465" y="5339202"/>
            <a:ext cx="5771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600" b="1" dirty="0">
                <a:solidFill>
                  <a:srgbClr val="FFFF00"/>
                </a:solidFill>
              </a:rPr>
              <a:t>Code for Lesson RCC06 (</a:t>
            </a:r>
            <a:r>
              <a:rPr lang="en-US" sz="1600" b="1" dirty="0">
                <a:solidFill>
                  <a:srgbClr val="FFFF00"/>
                </a:solidFill>
              </a:rPr>
              <a:t>RCC06_Mode_Selection_Using_Mode_Button_Rx</a:t>
            </a:r>
            <a:r>
              <a:rPr lang="en-GB" sz="1600" b="1" dirty="0">
                <a:solidFill>
                  <a:srgbClr val="FFFF00"/>
                </a:solidFill>
              </a:rPr>
              <a:t>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510130" y="5923977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63C869-CD41-0F91-F099-AEB91A807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659109" y="1476935"/>
            <a:ext cx="2842812" cy="3904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5842C-E7B1-BBD1-075E-9F8438C185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1433098" y="1562880"/>
            <a:ext cx="3054342" cy="3904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B14037-B470-4D74-F374-DE8B3C1A7ED9}"/>
              </a:ext>
            </a:extLst>
          </p:cNvPr>
          <p:cNvSpPr txBox="1"/>
          <p:nvPr/>
        </p:nvSpPr>
        <p:spPr>
          <a:xfrm>
            <a:off x="3271630" y="3942735"/>
            <a:ext cx="619539" cy="530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55"/>
            <a:ext cx="12378813" cy="1325563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RCC06:Robot Car Control Using Mode Button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D70E6-E896-629E-1C2D-EF7951A1AFDF}"/>
              </a:ext>
            </a:extLst>
          </p:cNvPr>
          <p:cNvSpPr txBox="1"/>
          <p:nvPr/>
        </p:nvSpPr>
        <p:spPr>
          <a:xfrm>
            <a:off x="739877" y="123254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RCC06_Mode_Selection_Using_Mode_Button_Tx.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06307-DCCF-4EC8-2A7B-30E4F99E9BD0}"/>
              </a:ext>
            </a:extLst>
          </p:cNvPr>
          <p:cNvSpPr txBox="1"/>
          <p:nvPr/>
        </p:nvSpPr>
        <p:spPr>
          <a:xfrm>
            <a:off x="6371304" y="127248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RCC06_Mode_Selection_Using_Mode_Button_Rx</a:t>
            </a:r>
            <a:r>
              <a:rPr lang="en-GB" b="1" dirty="0">
                <a:solidFill>
                  <a:srgbClr val="FFFF00"/>
                </a:solidFill>
              </a:rPr>
              <a:t>.</a:t>
            </a:r>
            <a:r>
              <a:rPr lang="en-GB" b="1" dirty="0" err="1">
                <a:solidFill>
                  <a:srgbClr val="FFFF00"/>
                </a:solidFill>
              </a:rPr>
              <a:t>ino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C5166-30FC-312D-78CB-BE506770E352}"/>
              </a:ext>
            </a:extLst>
          </p:cNvPr>
          <p:cNvSpPr txBox="1"/>
          <p:nvPr/>
        </p:nvSpPr>
        <p:spPr>
          <a:xfrm>
            <a:off x="838200" y="1581780"/>
            <a:ext cx="4697361" cy="35394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rgbClr val="00B0F0"/>
                </a:solidFill>
              </a:rPr>
              <a:t>setup()</a:t>
            </a:r>
            <a:endParaRPr lang="en-GB" sz="1400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Init I2C, OLED display (SSD1306, 128×64, </a:t>
            </a:r>
            <a:r>
              <a:rPr lang="en-GB" sz="1400" dirty="0" err="1">
                <a:solidFill>
                  <a:srgbClr val="00B0F0"/>
                </a:solidFill>
              </a:rPr>
              <a:t>addr</a:t>
            </a:r>
            <a:r>
              <a:rPr lang="en-GB" sz="1400" dirty="0">
                <a:solidFill>
                  <a:srgbClr val="00B0F0"/>
                </a:solidFill>
              </a:rPr>
              <a:t> 0x3C)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Init MPU6050 accelerometer and calibrate gyro offsets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Init NRF24L01 as TRANSMITTER</a:t>
            </a:r>
            <a:br>
              <a:rPr lang="en-GB" sz="1400" dirty="0">
                <a:solidFill>
                  <a:srgbClr val="00B0F0"/>
                </a:solidFill>
              </a:rPr>
            </a:br>
            <a:r>
              <a:rPr lang="en-GB" sz="1400" dirty="0">
                <a:solidFill>
                  <a:srgbClr val="00B0F0"/>
                </a:solidFill>
              </a:rPr>
              <a:t>(CE=A3, CSN=A2, pipe=0xE8E8F0F0E1, PA=LOW)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Configure push buttons (UP, DOWN, LEFT, RIGHT)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Configure mode-select button and status 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Display initial Mode and Status on OLED</a:t>
            </a:r>
          </a:p>
          <a:p>
            <a:pPr>
              <a:buNone/>
            </a:pPr>
            <a:r>
              <a:rPr lang="en-GB" sz="1400" b="1" dirty="0">
                <a:solidFill>
                  <a:srgbClr val="00B0F0"/>
                </a:solidFill>
              </a:rPr>
              <a:t>loop()</a:t>
            </a:r>
            <a:endParaRPr lang="en-GB" sz="1400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Check mode-select button to cycle control modes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Select control logic based on current mode: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Mode 0 → Button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Mode 1 → MPU6050 tilt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Mode 2 → Joystick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Send direction commands wirelessly via NRF24L01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Update OLED with current Mode and 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131591-4E0A-FE80-9AB1-966AE534D14D}"/>
              </a:ext>
            </a:extLst>
          </p:cNvPr>
          <p:cNvSpPr txBox="1"/>
          <p:nvPr/>
        </p:nvSpPr>
        <p:spPr>
          <a:xfrm>
            <a:off x="7096433" y="1657969"/>
            <a:ext cx="4338484" cy="440120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rgbClr val="00B0F0"/>
                </a:solidFill>
              </a:rPr>
              <a:t>setup()</a:t>
            </a:r>
            <a:endParaRPr lang="en-GB" sz="1400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Init Serial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Init OLED display (SSD1306, 128×64, I2C, </a:t>
            </a:r>
            <a:r>
              <a:rPr lang="en-GB" sz="1400" dirty="0" err="1">
                <a:solidFill>
                  <a:srgbClr val="00B0F0"/>
                </a:solidFill>
              </a:rPr>
              <a:t>addr</a:t>
            </a:r>
            <a:r>
              <a:rPr lang="en-GB" sz="1400" dirty="0">
                <a:solidFill>
                  <a:srgbClr val="00B0F0"/>
                </a:solidFill>
              </a:rPr>
              <a:t> 0x3C)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Display startup message on OLED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Configure motor control pins (IN1–IN4, ENA, ENB)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Stop motors at startup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Init NRF24L01 as RECEIVER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CE=A3, CSN=A2, pipe=0xE8E8F0F0E1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PA level = LOW, Listening mode enabled</a:t>
            </a:r>
          </a:p>
          <a:p>
            <a:pPr>
              <a:buNone/>
            </a:pPr>
            <a:r>
              <a:rPr lang="en-GB" sz="1400" b="1" dirty="0">
                <a:solidFill>
                  <a:srgbClr val="00B0F0"/>
                </a:solidFill>
              </a:rPr>
              <a:t>loop()</a:t>
            </a:r>
            <a:endParaRPr lang="en-GB" sz="1400" dirty="0">
              <a:solidFill>
                <a:srgbClr val="00B0F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Check for incoming NRF24L01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Read command string from transmitter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Normalize command text (lowercase)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Decode command and map to motion: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  <a:latin typeface="Courier New" panose="02070309020205020404" pitchFamily="49" charset="0"/>
              </a:rPr>
              <a:t>up</a:t>
            </a:r>
            <a:r>
              <a:rPr lang="en-GB" sz="1400" dirty="0">
                <a:solidFill>
                  <a:srgbClr val="00B0F0"/>
                </a:solidFill>
              </a:rPr>
              <a:t> → Forward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  <a:latin typeface="Courier New" panose="02070309020205020404" pitchFamily="49" charset="0"/>
              </a:rPr>
              <a:t>down</a:t>
            </a:r>
            <a:r>
              <a:rPr lang="en-GB" sz="1400" dirty="0">
                <a:solidFill>
                  <a:srgbClr val="00B0F0"/>
                </a:solidFill>
              </a:rPr>
              <a:t> → Backward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  <a:latin typeface="Courier New" panose="02070309020205020404" pitchFamily="49" charset="0"/>
              </a:rPr>
              <a:t>left</a:t>
            </a:r>
            <a:r>
              <a:rPr lang="en-GB" sz="1400" dirty="0">
                <a:solidFill>
                  <a:srgbClr val="00B0F0"/>
                </a:solidFill>
              </a:rPr>
              <a:t> → Left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  <a:latin typeface="Courier New" panose="02070309020205020404" pitchFamily="49" charset="0"/>
              </a:rPr>
              <a:t>right</a:t>
            </a:r>
            <a:r>
              <a:rPr lang="en-GB" sz="1400" dirty="0">
                <a:solidFill>
                  <a:srgbClr val="00B0F0"/>
                </a:solidFill>
              </a:rPr>
              <a:t> → Right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otherwise → Stop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B0F0"/>
                </a:solidFill>
              </a:rPr>
              <a:t>Drive motors using PWM speed control</a:t>
            </a: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452</Words>
  <Application>Microsoft Office PowerPoint</Application>
  <PresentationFormat>Widescreen</PresentationFormat>
  <Paragraphs>92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Courier New</vt:lpstr>
      <vt:lpstr>Office Theme</vt:lpstr>
      <vt:lpstr>Robot Car 2 (Wireless Communication Control) (RCC)</vt:lpstr>
      <vt:lpstr>Robot Car2 - Contents</vt:lpstr>
      <vt:lpstr>Robot Car2 - Contents</vt:lpstr>
      <vt:lpstr>RCC06:Robot Car Control Using Mode Button</vt:lpstr>
      <vt:lpstr>RCC06:Robot Car Control Using Mode Button</vt:lpstr>
      <vt:lpstr>RCC06:Robot Car Control Using Mode Button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31</cp:revision>
  <dcterms:created xsi:type="dcterms:W3CDTF">2025-11-29T15:09:33Z</dcterms:created>
  <dcterms:modified xsi:type="dcterms:W3CDTF">2026-01-11T22:57:35Z</dcterms:modified>
</cp:coreProperties>
</file>