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6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7 – Bluetooth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7 – Bluetooth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HC-05/HC-06 Bluetooth module</a:t>
            </a:r>
          </a:p>
          <a:p>
            <a:r>
              <a:rPr lang="en-GB" dirty="0">
                <a:solidFill>
                  <a:schemeClr val="bg1"/>
                </a:solidFill>
              </a:rPr>
              <a:t>Phone → Car control</a:t>
            </a:r>
          </a:p>
          <a:p>
            <a:r>
              <a:rPr lang="en-GB" dirty="0">
                <a:solidFill>
                  <a:schemeClr val="bg1"/>
                </a:solidFill>
              </a:rPr>
              <a:t>Serial command protocol</a:t>
            </a:r>
          </a:p>
          <a:p>
            <a:r>
              <a:rPr lang="en-GB" dirty="0">
                <a:solidFill>
                  <a:schemeClr val="bg1"/>
                </a:solidFill>
              </a:rPr>
              <a:t>OLED debugging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Pair phone with HC-05</a:t>
            </a:r>
          </a:p>
          <a:p>
            <a:r>
              <a:rPr lang="en-GB" dirty="0">
                <a:solidFill>
                  <a:schemeClr val="bg1"/>
                </a:solidFill>
              </a:rPr>
              <a:t>Send commands via Bluetooth</a:t>
            </a:r>
          </a:p>
          <a:p>
            <a:r>
              <a:rPr lang="en-GB" dirty="0">
                <a:solidFill>
                  <a:schemeClr val="bg1"/>
                </a:solidFill>
              </a:rPr>
              <a:t>Decode commands on Arduino</a:t>
            </a:r>
          </a:p>
          <a:p>
            <a:r>
              <a:rPr lang="en-GB" dirty="0">
                <a:solidFill>
                  <a:schemeClr val="bg1"/>
                </a:solidFill>
              </a:rPr>
              <a:t>Drive motors using TB6612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HC-05 TX→D10 (RX)</a:t>
            </a:r>
          </a:p>
          <a:p>
            <a:r>
              <a:rPr lang="en-GB" dirty="0">
                <a:solidFill>
                  <a:schemeClr val="bg1"/>
                </a:solidFill>
              </a:rPr>
              <a:t>HC-05 RX→D11 (TX)</a:t>
            </a:r>
          </a:p>
          <a:p>
            <a:r>
              <a:rPr lang="en-GB" dirty="0">
                <a:solidFill>
                  <a:schemeClr val="bg1"/>
                </a:solidFill>
              </a:rPr>
              <a:t>OLED SDA→A4, SCL→A5</a:t>
            </a:r>
          </a:p>
          <a:p>
            <a:r>
              <a:rPr lang="en-GB" dirty="0">
                <a:solidFill>
                  <a:schemeClr val="bg1"/>
                </a:solidFill>
              </a:rPr>
              <a:t>TB6612 motor pins same as before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IR Receiver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If BT has data:</a:t>
            </a:r>
          </a:p>
          <a:p>
            <a:r>
              <a:rPr lang="en-GB" dirty="0">
                <a:solidFill>
                  <a:schemeClr val="bg1"/>
                </a:solidFill>
              </a:rPr>
              <a:t>Read command</a:t>
            </a:r>
          </a:p>
          <a:p>
            <a:r>
              <a:rPr lang="en-GB" dirty="0">
                <a:solidFill>
                  <a:schemeClr val="bg1"/>
                </a:solidFill>
              </a:rPr>
              <a:t>F/B/L/R/S → motor actions</a:t>
            </a:r>
          </a:p>
          <a:p>
            <a:r>
              <a:rPr lang="en-GB" dirty="0">
                <a:solidFill>
                  <a:schemeClr val="bg1"/>
                </a:solidFill>
              </a:rPr>
              <a:t>Optional speed: V150</a:t>
            </a:r>
          </a:p>
          <a:p>
            <a:r>
              <a:rPr lang="en-GB" dirty="0">
                <a:solidFill>
                  <a:schemeClr val="bg1"/>
                </a:solidFill>
              </a:rPr>
              <a:t>Show command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</a:t>
            </a:r>
            <a:r>
              <a:rPr lang="en-GB">
                <a:solidFill>
                  <a:schemeClr val="accent5"/>
                </a:solidFill>
              </a:rPr>
              <a:t>:</a:t>
            </a:r>
            <a:r>
              <a:rPr lang="en-GB">
                <a:solidFill>
                  <a:schemeClr val="bg1"/>
                </a:solidFill>
              </a:rPr>
              <a:t> </a:t>
            </a:r>
            <a:r>
              <a:rPr lang="en-GB" sz="2600">
                <a:solidFill>
                  <a:schemeClr val="accent1"/>
                </a:solidFill>
              </a:rPr>
              <a:t>https://github.com/info-zas/zas-robotics-car-2-communications/tree/main/01_FoundationProjects/07_Bluetooth%20Control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88893-FB53-7107-4D10-642E69A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7AB7-269F-F87E-37EE-D6E91CE0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Command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BF15-7C3F-84CB-31B9-A11B246F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 → Forward</a:t>
            </a:r>
          </a:p>
          <a:p>
            <a:r>
              <a:rPr lang="en-GB" dirty="0">
                <a:solidFill>
                  <a:schemeClr val="bg1"/>
                </a:solidFill>
              </a:rPr>
              <a:t>B → Backward</a:t>
            </a:r>
          </a:p>
          <a:p>
            <a:r>
              <a:rPr lang="en-GB" dirty="0">
                <a:solidFill>
                  <a:schemeClr val="bg1"/>
                </a:solidFill>
              </a:rPr>
              <a:t>L → Left</a:t>
            </a:r>
          </a:p>
          <a:p>
            <a:r>
              <a:rPr lang="en-GB" dirty="0">
                <a:solidFill>
                  <a:schemeClr val="bg1"/>
                </a:solidFill>
              </a:rPr>
              <a:t>R → Right</a:t>
            </a:r>
          </a:p>
          <a:p>
            <a:r>
              <a:rPr lang="en-GB" dirty="0">
                <a:solidFill>
                  <a:schemeClr val="bg1"/>
                </a:solidFill>
              </a:rPr>
              <a:t>S → Stop</a:t>
            </a:r>
          </a:p>
          <a:p>
            <a:r>
              <a:rPr lang="en-GB" dirty="0">
                <a:solidFill>
                  <a:schemeClr val="bg1"/>
                </a:solidFill>
              </a:rPr>
              <a:t>V### → Speed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A44F-D24B-9A06-DF68-0D5BEDB2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Phone-controlled robots</a:t>
            </a:r>
          </a:p>
          <a:p>
            <a:r>
              <a:rPr lang="en-GB" dirty="0">
                <a:solidFill>
                  <a:schemeClr val="bg1"/>
                </a:solidFill>
              </a:rPr>
              <a:t>Wireless manual override</a:t>
            </a:r>
          </a:p>
          <a:p>
            <a:r>
              <a:rPr lang="en-GB" dirty="0">
                <a:solidFill>
                  <a:schemeClr val="bg1"/>
                </a:solidFill>
              </a:rPr>
              <a:t>Simple serial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</a:t>
            </a:r>
            <a:r>
              <a:rPr lang="en-GB" dirty="0" err="1">
                <a:solidFill>
                  <a:schemeClr val="bg1"/>
                </a:solidFill>
              </a:rPr>
              <a:t>SoftwareSerial</a:t>
            </a:r>
            <a:r>
              <a:rPr lang="en-GB" dirty="0">
                <a:solidFill>
                  <a:schemeClr val="bg1"/>
                </a:solidFill>
              </a:rPr>
              <a:t>?</a:t>
            </a:r>
          </a:p>
          <a:p>
            <a:r>
              <a:rPr lang="en-GB" dirty="0">
                <a:solidFill>
                  <a:schemeClr val="bg1"/>
                </a:solidFill>
              </a:rPr>
              <a:t>Why iPhone can't pair HC-05?</a:t>
            </a:r>
          </a:p>
          <a:p>
            <a:r>
              <a:rPr lang="en-GB" dirty="0">
                <a:solidFill>
                  <a:schemeClr val="bg1"/>
                </a:solidFill>
              </a:rPr>
              <a:t>How send joystick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7 – Bluetooth Control</vt:lpstr>
      <vt:lpstr>Learning Outcomes</vt:lpstr>
      <vt:lpstr>Schematics</vt:lpstr>
      <vt:lpstr>Pseudocode – IR Receiver Logic</vt:lpstr>
      <vt:lpstr>Command Protocol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19</cp:revision>
  <dcterms:created xsi:type="dcterms:W3CDTF">2025-11-29T15:09:33Z</dcterms:created>
  <dcterms:modified xsi:type="dcterms:W3CDTF">2025-11-29T16:42:08Z</dcterms:modified>
</cp:coreProperties>
</file>