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88" r:id="rId3"/>
    <p:sldId id="287" r:id="rId4"/>
    <p:sldId id="285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9" y="3602038"/>
            <a:ext cx="10264876" cy="1655762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</a:t>
            </a:r>
            <a:r>
              <a:rPr lang="en-GB" sz="3600" b="1">
                <a:solidFill>
                  <a:srgbClr val="00B0F0"/>
                </a:solidFill>
              </a:rPr>
              <a:t>: RCC05)</a:t>
            </a:r>
            <a:endParaRPr lang="en-GB" sz="3600" b="1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rgbClr val="7030A0"/>
                </a:solidFill>
              </a:rPr>
              <a:t>RCC05:Robot Car Control Using Accelerometer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11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RCC05:Robot Car Control Using Accelerometer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E6832-164B-63D1-992D-505C0928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990" y="4369619"/>
            <a:ext cx="1795010" cy="1574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9EB0A-9A32-1268-7377-D6E8C58289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993022" y="1906827"/>
            <a:ext cx="305434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C1D6C-E861-25A7-1E8C-9ACCD884A776}"/>
              </a:ext>
            </a:extLst>
          </p:cNvPr>
          <p:cNvSpPr txBox="1"/>
          <p:nvPr/>
        </p:nvSpPr>
        <p:spPr bwMode="auto">
          <a:xfrm>
            <a:off x="568128" y="6354223"/>
            <a:ext cx="387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</a:t>
            </a:r>
          </a:p>
        </p:txBody>
      </p:sp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RCC05:Robot Car Control Using Accelerometer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ADF46208-C781-3C94-AECE-BAF1DB737222}"/>
              </a:ext>
            </a:extLst>
          </p:cNvPr>
          <p:cNvSpPr txBox="1"/>
          <p:nvPr/>
        </p:nvSpPr>
        <p:spPr bwMode="auto">
          <a:xfrm>
            <a:off x="324465" y="5011337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>
                <a:solidFill>
                  <a:srgbClr val="00B0F0"/>
                </a:solidFill>
              </a:rPr>
              <a:t>Code for Lesson RCC05 (</a:t>
            </a:r>
            <a:r>
              <a:rPr lang="en-US" sz="1600" b="1" dirty="0">
                <a:solidFill>
                  <a:srgbClr val="00B0F0"/>
                </a:solidFill>
              </a:rPr>
              <a:t>RCC05_Robot_Car_Control_Using_Accelerometer_Tx.</a:t>
            </a:r>
            <a:r>
              <a:rPr lang="en-GB" sz="1600" b="1" dirty="0" err="1">
                <a:solidFill>
                  <a:srgbClr val="00B0F0"/>
                </a:solidFill>
              </a:rPr>
              <a:t>ino</a:t>
            </a:r>
            <a:r>
              <a:rPr lang="en-GB" sz="1600" b="1" dirty="0">
                <a:solidFill>
                  <a:srgbClr val="00B0F0"/>
                </a:solidFill>
              </a:rPr>
              <a:t>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3BC2B-F791-CB7B-EDBD-2BA738EA04D0}"/>
              </a:ext>
            </a:extLst>
          </p:cNvPr>
          <p:cNvSpPr txBox="1"/>
          <p:nvPr/>
        </p:nvSpPr>
        <p:spPr>
          <a:xfrm>
            <a:off x="408437" y="5617687"/>
            <a:ext cx="4885191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https://github.com/info-zas/zas-robotics-car-2-communications/blob/main/01_FoundationProjects/RCC05_Robot_Car_Control_Using_Accelerometer/RCC05_Robot_Car_Control_Using_Accelerometer_Tx/RCC05_Robot_Car_Control_Using_Accelerometer_Tx.ino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420465" y="4718950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>
                <a:solidFill>
                  <a:srgbClr val="00B0F0"/>
                </a:solidFill>
              </a:rPr>
              <a:t>Code for Lesson RCC04 (</a:t>
            </a:r>
            <a:r>
              <a:rPr lang="en-US" sz="1600" b="1" dirty="0">
                <a:solidFill>
                  <a:srgbClr val="00B0F0"/>
                </a:solidFill>
              </a:rPr>
              <a:t>RCC05_Robot_Car_Control_Using_Accelerometer_Rx</a:t>
            </a:r>
            <a:r>
              <a:rPr lang="en-GB" sz="1600" b="1" dirty="0">
                <a:solidFill>
                  <a:srgbClr val="00B0F0"/>
                </a:solidFill>
              </a:rPr>
              <a:t>.ino):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468609" y="5396791"/>
            <a:ext cx="4885191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https://github.com/info-zas/zas-robotics-car-2-communications/blob/main/01_FoundationProjects/RCC05_Robot_Car_Control_Using_Accelerometer/RCC05_Robot_Car_Control_Using_Accelerometer_Rx/RCC05_Robot_Car_Control_Using_Accelerometer_Rx.ino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63C869-CD41-0F91-F099-AEB91A807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6678774" y="1027906"/>
            <a:ext cx="2573381" cy="3534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75842C-E7B1-BBD1-075E-9F8438C185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1670583" y="1532102"/>
            <a:ext cx="3054342" cy="3904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B14037-B470-4D74-F374-DE8B3C1A7ED9}"/>
              </a:ext>
            </a:extLst>
          </p:cNvPr>
          <p:cNvSpPr txBox="1"/>
          <p:nvPr/>
        </p:nvSpPr>
        <p:spPr>
          <a:xfrm>
            <a:off x="2939845" y="2723535"/>
            <a:ext cx="904568" cy="530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RCC05:Robot Car Control Using Accelerometer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9D47D-F334-9455-C9DC-61D5A4DC6FC7}"/>
              </a:ext>
            </a:extLst>
          </p:cNvPr>
          <p:cNvSpPr txBox="1"/>
          <p:nvPr/>
        </p:nvSpPr>
        <p:spPr>
          <a:xfrm>
            <a:off x="914400" y="4755912"/>
            <a:ext cx="338890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en-US" sz="2600" b="1" i="0" u="none" dirty="0">
                <a:solidFill>
                  <a:schemeClr val="accent4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Note:</a:t>
            </a: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/>
            </a:pPr>
            <a:r>
              <a:rPr lang="en-US" sz="1800" b="1" i="0" u="none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Ensure both the receiver/transmitter have the identical Device  </a:t>
            </a:r>
            <a:r>
              <a:rPr lang="en-US" sz="1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n-US" sz="1800" b="1" i="0" u="none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ddress (Pipe) and Channel</a:t>
            </a:r>
            <a:endParaRPr lang="en-US" sz="18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6A3D2DB-4D34-ABA1-4171-FADE1324A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816" y="3964900"/>
            <a:ext cx="6760184" cy="28931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Compact Code Summary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Start Serial (9600)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motor pins and set fixed speed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PWM = 150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OLED (SSD1306,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nRF24L01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RECEIVER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(CE=A3, CSN=A2, pipe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"00001"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</a:rPr>
              <a:t>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pwr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Display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CAR RECEIVER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on OLED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If radio data available: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Read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{x, y}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payload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– Decide motion using thresholds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– Drive motors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FORWARD / BACKWARD / LEFT / RIGHT / STOP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Refresh OLED, delay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100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D70E6-E896-629E-1C2D-EF7951A1AFDF}"/>
              </a:ext>
            </a:extLst>
          </p:cNvPr>
          <p:cNvSpPr txBox="1"/>
          <p:nvPr/>
        </p:nvSpPr>
        <p:spPr>
          <a:xfrm>
            <a:off x="838200" y="1232541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RCC05_Robot_Car_Control_Using_Accelerometer_Tx.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06307-DCCF-4EC8-2A7B-30E4F99E9BD0}"/>
              </a:ext>
            </a:extLst>
          </p:cNvPr>
          <p:cNvSpPr txBox="1"/>
          <p:nvPr/>
        </p:nvSpPr>
        <p:spPr>
          <a:xfrm>
            <a:off x="5758992" y="3609779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RCC05_Robot_Car_Control_Using_Accelerometer_Rx.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C9F936-8B00-EC14-7FEB-44F56343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636" y="1554272"/>
            <a:ext cx="7144905" cy="2677656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Compact Code Summary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I2C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MPU6050 accelerometer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OLED (SSD1306,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nRF24L01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TRANSMITTER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(CE=A3, CSN=A2,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addr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"00001"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</a:rPr>
              <a:t>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pwr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Read accelerometer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AX, AY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Map tilt to direction values (FORWARD / BACKWARD / LEFT / RIGHT / STOP)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Convert tilt into joystick-style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{x, y}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values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• Send payload via radio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• Display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AX, AY, DIR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on OLED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Delay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100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580</Words>
  <Application>Microsoft Office PowerPoint</Application>
  <PresentationFormat>Widescreen</PresentationFormat>
  <Paragraphs>67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Calibri</vt:lpstr>
      <vt:lpstr>Calibri Light</vt:lpstr>
      <vt:lpstr>Office Theme</vt:lpstr>
      <vt:lpstr>Robot Car 2 (Wireless Communication Control) (RCC)</vt:lpstr>
      <vt:lpstr>Robot Car2 - Contents</vt:lpstr>
      <vt:lpstr>Robot Car2 - Contents</vt:lpstr>
      <vt:lpstr>RCC05:Robot Car Control Using Accelerometer</vt:lpstr>
      <vt:lpstr>RCC05:Robot Car Control Using Accelerometer</vt:lpstr>
      <vt:lpstr>RCC05:Robot Car Control Using Accelerometer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30</cp:revision>
  <dcterms:created xsi:type="dcterms:W3CDTF">2025-11-29T15:09:33Z</dcterms:created>
  <dcterms:modified xsi:type="dcterms:W3CDTF">2026-01-17T13:20:07Z</dcterms:modified>
</cp:coreProperties>
</file>