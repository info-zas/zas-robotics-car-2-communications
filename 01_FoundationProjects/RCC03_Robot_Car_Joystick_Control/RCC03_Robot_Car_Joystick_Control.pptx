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8"/>
  </p:notesMasterIdLst>
  <p:sldIdLst>
    <p:sldId id="256" r:id="rId2"/>
    <p:sldId id="288" r:id="rId3"/>
    <p:sldId id="287" r:id="rId4"/>
    <p:sldId id="285" r:id="rId5"/>
    <p:sldId id="293" r:id="rId6"/>
    <p:sldId id="29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</a:t>
            </a:r>
            <a:r>
              <a:rPr lang="en-GB" sz="3600" b="1">
                <a:solidFill>
                  <a:srgbClr val="00B0F0"/>
                </a:solidFill>
              </a:rPr>
              <a:t>: RCC03)</a:t>
            </a:r>
            <a:endParaRPr lang="en-GB" sz="3600" b="1" dirty="0">
              <a:solidFill>
                <a:srgbClr val="00B0F0"/>
              </a:solidFill>
            </a:endParaRPr>
          </a:p>
          <a:p>
            <a:r>
              <a:rPr lang="en-US" sz="3600" b="1" dirty="0">
                <a:solidFill>
                  <a:srgbClr val="7030A0"/>
                </a:solidFill>
              </a:rPr>
              <a:t>RCC03: Robot Car Control Using Joystick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RCC03: Robot Car Control Using Joystick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8E6832-164B-63D1-992D-505C09285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990" y="4369619"/>
            <a:ext cx="1795010" cy="1574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F9EB0A-9A32-1268-7377-D6E8C582891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993022" y="1906827"/>
            <a:ext cx="305434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C1D6C-E861-25A7-1E8C-9ACCD884A776}"/>
              </a:ext>
            </a:extLst>
          </p:cNvPr>
          <p:cNvSpPr txBox="1"/>
          <p:nvPr/>
        </p:nvSpPr>
        <p:spPr bwMode="auto">
          <a:xfrm>
            <a:off x="568128" y="6354223"/>
            <a:ext cx="3879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</a:t>
            </a:r>
          </a:p>
        </p:txBody>
      </p:sp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RCC03: Robot Car Control Using Joystick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DF46208-C781-3C94-AECE-BAF1DB737222}"/>
              </a:ext>
            </a:extLst>
          </p:cNvPr>
          <p:cNvSpPr txBox="1"/>
          <p:nvPr/>
        </p:nvSpPr>
        <p:spPr bwMode="auto">
          <a:xfrm>
            <a:off x="1008204" y="4979565"/>
            <a:ext cx="55019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>
                <a:solidFill>
                  <a:srgbClr val="00B0F0"/>
                </a:solidFill>
              </a:rPr>
              <a:t>Code for Lesson RCC03 (</a:t>
            </a:r>
            <a:r>
              <a:rPr lang="en-US" b="1" dirty="0">
                <a:solidFill>
                  <a:srgbClr val="00B0F0"/>
                </a:solidFill>
              </a:rPr>
              <a:t>RCC03_Robot_Car_Joystick_Control_Tx</a:t>
            </a:r>
            <a:r>
              <a:rPr lang="en-GB" b="1" dirty="0">
                <a:solidFill>
                  <a:srgbClr val="00B0F0"/>
                </a:solidFill>
              </a:rPr>
              <a:t>.ino):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3BC2B-F791-CB7B-EDBD-2BA738EA04D0}"/>
              </a:ext>
            </a:extLst>
          </p:cNvPr>
          <p:cNvSpPr txBox="1"/>
          <p:nvPr/>
        </p:nvSpPr>
        <p:spPr>
          <a:xfrm>
            <a:off x="1015578" y="5587903"/>
            <a:ext cx="4885191" cy="95410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https://github.com/info-zas/zas-robotics-car-2-communications/blob/main/01_FoundationProjects/RCC03_Robot_Car_Joystick_Control/RCC03_Robot_Car_Joystick_Control_Tx/RCC03_Robot_Car_Joystick_Control_Tx.ino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517504" y="5153050"/>
            <a:ext cx="55019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>
                <a:solidFill>
                  <a:srgbClr val="00B0F0"/>
                </a:solidFill>
              </a:rPr>
              <a:t>Code for Lesson RCC03 (</a:t>
            </a:r>
            <a:r>
              <a:rPr lang="en-US" b="1" dirty="0">
                <a:solidFill>
                  <a:srgbClr val="00B0F0"/>
                </a:solidFill>
              </a:rPr>
              <a:t>RCC03_Robot_Car_Joystick_Control_Rx</a:t>
            </a:r>
            <a:r>
              <a:rPr lang="en-GB" b="1" dirty="0">
                <a:solidFill>
                  <a:srgbClr val="00B0F0"/>
                </a:solidFill>
              </a:rPr>
              <a:t>.ino):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17504" y="5767368"/>
            <a:ext cx="4885191" cy="95410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https://github.com/info-zas/zas-robotics-car-2-communications/blob/main/01_FoundationProjects/RCC03_Robot_Car_Joystick_Control/RCC03_Robot_Car_Joystick_Control_Rx/RCC03_Robot_Car_Joystick_Control_Rx.ino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63C869-CD41-0F91-F099-AEB91A807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6747615" y="1224476"/>
            <a:ext cx="2842812" cy="3904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75842C-E7B1-BBD1-075E-9F8438C185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1670583" y="1532102"/>
            <a:ext cx="3054342" cy="390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RCC03: Robot Car Control Using Joystick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8402606-B8C1-222E-8AB0-DBC77C939F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1815668"/>
            <a:ext cx="7144905" cy="2462213"/>
          </a:xfrm>
          <a:prstGeom prst="rect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Compact Code Summary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Start Serial (9600)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OLED (SSD1306,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nRF24L01 as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TRANSMITTER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(CE=A3, CSN=A2,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addr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"00001"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</a:rPr>
              <a:t>ch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108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pwr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LOW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Set joystick pins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A0 (X)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A1 (Y)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as INPUT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Read joystick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X, Y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Send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{x, y}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 payload via nRF24L01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</a:rPr>
              <a:t>• Display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TRANSMITTER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X and Y on OLED</a:t>
            </a:r>
            <a:b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Delay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100 </a:t>
            </a: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ms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C83A986-D26B-DF9C-59DD-79B9993AC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6994" y="3749457"/>
            <a:ext cx="6760184" cy="3108543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Compact Code Summary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setup()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Start Serial (9600)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motor pins and set fixed PWM speed (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150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OLED (SSD1306,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0x3C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Init nRF24L01 as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RECEIVER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(CE=A3, CSN=A2, pipe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 Unicode MS"/>
              </a:rPr>
              <a:t>"00001"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</a:rPr>
              <a:t>, ch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108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, pwr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LOW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loop()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Display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CAR RECEIVER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on OLED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If radio data available: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Read joystick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X, Y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Decide motion: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FORWARD / BACKWARD / LEFT / RIGHT / STOP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Drive motors accordingly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– Display X, Y and direction</a:t>
            </a:r>
            <a:b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• Refresh OLED, delay 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100 ms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29D47D-F334-9455-C9DC-61D5A4DC6FC7}"/>
              </a:ext>
            </a:extLst>
          </p:cNvPr>
          <p:cNvSpPr txBox="1"/>
          <p:nvPr/>
        </p:nvSpPr>
        <p:spPr>
          <a:xfrm>
            <a:off x="914400" y="4755912"/>
            <a:ext cx="338890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600" b="1" i="0" u="none" dirty="0">
                <a:solidFill>
                  <a:schemeClr val="accent4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Note:</a:t>
            </a:r>
            <a:endParaRPr lang="en-US" b="1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lang="en-US"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Ensure both the receiver/transmitter have the identical Device  </a:t>
            </a:r>
            <a:r>
              <a:rPr lang="en-US" sz="1800" b="1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</a:t>
            </a:r>
            <a:r>
              <a:rPr lang="en-US" sz="1800" b="1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ddress (Pipe) and Channel</a:t>
            </a:r>
            <a:endParaRPr lang="en-US" sz="1800" b="1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527</Words>
  <Application>Microsoft Office PowerPoint</Application>
  <PresentationFormat>Widescreen</PresentationFormat>
  <Paragraphs>65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Arial Unicode MS</vt:lpstr>
      <vt:lpstr>Calibri</vt:lpstr>
      <vt:lpstr>Calibri Light</vt:lpstr>
      <vt:lpstr>Office Theme</vt:lpstr>
      <vt:lpstr>Robot Car 2 (Wireless Communication Control) (RCC)</vt:lpstr>
      <vt:lpstr>Robot Car2 - Contents</vt:lpstr>
      <vt:lpstr>Robot Car2 - Contents</vt:lpstr>
      <vt:lpstr>RCC03: Robot Car Control Using Joystick</vt:lpstr>
      <vt:lpstr>RCC03: Robot Car Control Using Joystick</vt:lpstr>
      <vt:lpstr>RCC03: Robot Car Control Using Joystick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23</cp:revision>
  <dcterms:created xsi:type="dcterms:W3CDTF">2025-11-29T15:09:33Z</dcterms:created>
  <dcterms:modified xsi:type="dcterms:W3CDTF">2026-01-17T13:09:11Z</dcterms:modified>
</cp:coreProperties>
</file>