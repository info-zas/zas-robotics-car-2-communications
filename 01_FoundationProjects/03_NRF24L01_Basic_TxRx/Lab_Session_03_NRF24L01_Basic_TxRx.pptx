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7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00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56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1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92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5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7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412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17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50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0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00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1084-B5DC-32D0-70C8-1C1F01656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ZAS Robotic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29A87-03D8-FA02-3B18-72CD3764F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3200" dirty="0">
                <a:solidFill>
                  <a:schemeClr val="accent4"/>
                </a:solidFill>
              </a:rPr>
              <a:t>Navigational Robotic Series</a:t>
            </a:r>
          </a:p>
          <a:p>
            <a:r>
              <a:rPr lang="en-GB" sz="3200" dirty="0">
                <a:solidFill>
                  <a:schemeClr val="accent5"/>
                </a:solidFill>
              </a:rPr>
              <a:t>Robot Car-2: Communications</a:t>
            </a:r>
          </a:p>
          <a:p>
            <a:endParaRPr lang="en-GB" sz="3200" dirty="0">
              <a:solidFill>
                <a:schemeClr val="accent5"/>
              </a:solidFill>
            </a:endParaRPr>
          </a:p>
          <a:p>
            <a:r>
              <a:rPr lang="en-GB" sz="3200" dirty="0">
                <a:solidFill>
                  <a:schemeClr val="bg1"/>
                </a:solidFill>
              </a:rPr>
              <a:t>Lab Session 3 – NRF24L01 Basic Tx/Rx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071" y="156102"/>
            <a:ext cx="4042963" cy="108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8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96AC-FE34-509D-4488-5EEBF814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Lab Session 3 – NRF24L01 Basic Tx/Rx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284EC-691F-E51F-6296-6DE58F651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Wireless TX/RX setup</a:t>
            </a:r>
          </a:p>
          <a:p>
            <a:r>
              <a:rPr lang="en-GB" dirty="0">
                <a:solidFill>
                  <a:schemeClr val="bg1"/>
                </a:solidFill>
              </a:rPr>
              <a:t>Display data on OLED</a:t>
            </a:r>
          </a:p>
          <a:p>
            <a:r>
              <a:rPr lang="en-GB" dirty="0">
                <a:solidFill>
                  <a:schemeClr val="bg1"/>
                </a:solidFill>
              </a:rPr>
              <a:t>Send joystick X/Y values</a:t>
            </a:r>
          </a:p>
          <a:p>
            <a:r>
              <a:rPr lang="en-GB" dirty="0">
                <a:solidFill>
                  <a:schemeClr val="bg1"/>
                </a:solidFill>
              </a:rPr>
              <a:t>Debug communication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3358A-5292-1DCC-3BE2-09552A036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6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74598-3697-C518-42DC-9B65ACEF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49E4-6A60-2A52-A595-6044BB8E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BB9D1-42CA-E3CD-E1DA-642AC6BF1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Use RF24 TX/RX</a:t>
            </a:r>
          </a:p>
          <a:p>
            <a:r>
              <a:rPr lang="en-GB" dirty="0">
                <a:solidFill>
                  <a:schemeClr val="bg1"/>
                </a:solidFill>
              </a:rPr>
              <a:t>Configure pipes &amp; channels</a:t>
            </a:r>
          </a:p>
          <a:p>
            <a:r>
              <a:rPr lang="en-GB" dirty="0">
                <a:solidFill>
                  <a:schemeClr val="bg1"/>
                </a:solidFill>
              </a:rPr>
              <a:t>Transmit structured payloads</a:t>
            </a:r>
          </a:p>
          <a:p>
            <a:r>
              <a:rPr lang="en-GB" dirty="0">
                <a:solidFill>
                  <a:schemeClr val="bg1"/>
                </a:solidFill>
              </a:rPr>
              <a:t>Display TX/RX on OLED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2F93F9-291A-56D5-DFB9-6E3FAEA2B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5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49BE7-4D28-6D0B-03F3-7BF87DBD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6B09-B417-8733-CF2C-EA285A44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Schematics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2C9B-A67B-13E5-E0AF-29E5B6BD5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NRF24L01 CE=A3, CSN=A2, 3.3V</a:t>
            </a:r>
          </a:p>
          <a:p>
            <a:r>
              <a:rPr lang="en-GB" dirty="0">
                <a:solidFill>
                  <a:schemeClr val="bg1"/>
                </a:solidFill>
              </a:rPr>
              <a:t>SPI pins 11/12/13</a:t>
            </a:r>
          </a:p>
          <a:p>
            <a:r>
              <a:rPr lang="en-GB" dirty="0">
                <a:solidFill>
                  <a:schemeClr val="bg1"/>
                </a:solidFill>
              </a:rPr>
              <a:t>OLED SDA=A4, SCL=A5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742C5-6895-8286-9A55-EED0C7B61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06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91E53-B294-9239-C2C8-F5D46919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8FA3-7158-8A96-0341-6C6EABF8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519D-9447-38ED-FD25-E280C2233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TX: read joystick → send</a:t>
            </a:r>
          </a:p>
          <a:p>
            <a:r>
              <a:rPr lang="en-GB" dirty="0">
                <a:solidFill>
                  <a:schemeClr val="bg1"/>
                </a:solidFill>
              </a:rPr>
              <a:t>OLED shows X/Y sent</a:t>
            </a:r>
          </a:p>
          <a:p>
            <a:r>
              <a:rPr lang="en-GB" dirty="0">
                <a:solidFill>
                  <a:schemeClr val="bg1"/>
                </a:solidFill>
              </a:rPr>
              <a:t>RX: read payload</a:t>
            </a:r>
          </a:p>
          <a:p>
            <a:r>
              <a:rPr lang="en-GB" dirty="0">
                <a:solidFill>
                  <a:schemeClr val="bg1"/>
                </a:solidFill>
              </a:rPr>
              <a:t>OLED shows received values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2BE2E-BC4C-5BBE-6C8F-0C1EE4478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24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07F82-B8DF-FB82-3CE0-681FBD873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1BA7D-FFB6-930D-0258-9271FD9D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Transmitter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FB4DC-7351-010D-C114-8E2B13E46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Includes RF24 + SSD1306</a:t>
            </a:r>
          </a:p>
          <a:p>
            <a:r>
              <a:rPr lang="en-GB" dirty="0">
                <a:solidFill>
                  <a:schemeClr val="bg1"/>
                </a:solidFill>
              </a:rPr>
              <a:t>Reads A0/A1 joystick</a:t>
            </a:r>
          </a:p>
          <a:p>
            <a:r>
              <a:rPr lang="en-GB" dirty="0" err="1">
                <a:solidFill>
                  <a:schemeClr val="bg1"/>
                </a:solidFill>
              </a:rPr>
              <a:t>radio.write</a:t>
            </a:r>
            <a:r>
              <a:rPr lang="en-GB" dirty="0">
                <a:solidFill>
                  <a:schemeClr val="bg1"/>
                </a:solidFill>
              </a:rPr>
              <a:t>(&amp;data)</a:t>
            </a:r>
          </a:p>
          <a:p>
            <a:r>
              <a:rPr lang="en-GB" dirty="0">
                <a:solidFill>
                  <a:schemeClr val="bg1"/>
                </a:solidFill>
              </a:rPr>
              <a:t>OLED prints X/Y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</a:rPr>
              <a:t>GitHub Link: </a:t>
            </a:r>
            <a:r>
              <a:rPr lang="en-GB" sz="2400" dirty="0">
                <a:solidFill>
                  <a:schemeClr val="accent1"/>
                </a:solidFill>
              </a:rPr>
              <a:t>https://github.com/info-zas/zas-robotics-car-2-communications/tree/main/01_FoundationProjects/03_NRF24L01_Basic_TxRx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D5F2A6-0526-BD1E-4ED1-7C67E3FFF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329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F432FA-00C4-F8FA-029B-355AEDF37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E15A9-2A25-6974-DF71-836810E85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Receiver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DFC9F-7378-510B-933C-06E30578D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 err="1">
                <a:solidFill>
                  <a:schemeClr val="bg1"/>
                </a:solidFill>
              </a:rPr>
              <a:t>radio.available</a:t>
            </a:r>
            <a:r>
              <a:rPr lang="en-GB" dirty="0">
                <a:solidFill>
                  <a:schemeClr val="bg1"/>
                </a:solidFill>
              </a:rPr>
              <a:t>() check</a:t>
            </a:r>
          </a:p>
          <a:p>
            <a:r>
              <a:rPr lang="en-GB" dirty="0" err="1">
                <a:solidFill>
                  <a:schemeClr val="bg1"/>
                </a:solidFill>
              </a:rPr>
              <a:t>radio.read</a:t>
            </a:r>
            <a:r>
              <a:rPr lang="en-GB" dirty="0">
                <a:solidFill>
                  <a:schemeClr val="bg1"/>
                </a:solidFill>
              </a:rPr>
              <a:t>(&amp;incoming)</a:t>
            </a:r>
          </a:p>
          <a:p>
            <a:r>
              <a:rPr lang="en-GB" dirty="0">
                <a:solidFill>
                  <a:schemeClr val="bg1"/>
                </a:solidFill>
              </a:rPr>
              <a:t>OLED prints incoming X/Y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</a:rPr>
              <a:t>GitHub Link</a:t>
            </a:r>
            <a:r>
              <a:rPr lang="en-GB">
                <a:solidFill>
                  <a:schemeClr val="accent5"/>
                </a:solidFill>
              </a:rPr>
              <a:t>: </a:t>
            </a:r>
            <a:r>
              <a:rPr lang="en-GB" sz="2400">
                <a:solidFill>
                  <a:schemeClr val="accent1"/>
                </a:solidFill>
              </a:rPr>
              <a:t>https://github.com/info-zas/zas-robotics-car-2-communications/tree/main/01_FoundationProjects/03_NRF24L01_Basic_TxRx</a:t>
            </a:r>
            <a:endParaRPr lang="en-GB" sz="2400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13FA51-E5EB-47FB-A7BC-06308450B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67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15261-95B6-C07C-160B-717C3FC9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B586-224B-3222-89EF-D6DBF4AF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BE6A-61B5-C731-D109-A50F539C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Remote robot control</a:t>
            </a:r>
          </a:p>
          <a:p>
            <a:r>
              <a:rPr lang="en-GB" dirty="0">
                <a:solidFill>
                  <a:schemeClr val="bg1"/>
                </a:solidFill>
              </a:rPr>
              <a:t>Telemetry monitoring</a:t>
            </a:r>
          </a:p>
          <a:p>
            <a:r>
              <a:rPr lang="en-GB" dirty="0">
                <a:solidFill>
                  <a:schemeClr val="bg1"/>
                </a:solidFill>
              </a:rPr>
              <a:t>Multi-node communication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6B218-CB3B-9D01-B653-16E92441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53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9DFF6-60F7-FE01-7A26-3CF8EA34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02E0-37D4-4612-6A81-09820795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5459-098C-C078-AB7E-1F5DF4E53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Why matching pipes?</a:t>
            </a:r>
          </a:p>
          <a:p>
            <a:r>
              <a:rPr lang="en-GB" dirty="0">
                <a:solidFill>
                  <a:schemeClr val="bg1"/>
                </a:solidFill>
              </a:rPr>
              <a:t>Why CE/CSN?</a:t>
            </a:r>
          </a:p>
          <a:p>
            <a:r>
              <a:rPr lang="en-GB" dirty="0">
                <a:solidFill>
                  <a:schemeClr val="bg1"/>
                </a:solidFill>
              </a:rPr>
              <a:t>Why OLED for debugging?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987B9-162F-9AF6-0B5B-C3575E4F8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221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1_Office Theme</vt:lpstr>
      <vt:lpstr>ZAS Robotic Products</vt:lpstr>
      <vt:lpstr>Lab Session 3 – NRF24L01 Basic Tx/Rx</vt:lpstr>
      <vt:lpstr>Learning Outcomes</vt:lpstr>
      <vt:lpstr>Schematics</vt:lpstr>
      <vt:lpstr>Pseudocode</vt:lpstr>
      <vt:lpstr>Transmitter Code</vt:lpstr>
      <vt:lpstr>Receiver Code</vt:lpstr>
      <vt:lpstr>Applications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8</cp:revision>
  <dcterms:created xsi:type="dcterms:W3CDTF">2025-11-29T15:09:33Z</dcterms:created>
  <dcterms:modified xsi:type="dcterms:W3CDTF">2025-11-29T16:04:09Z</dcterms:modified>
</cp:coreProperties>
</file>