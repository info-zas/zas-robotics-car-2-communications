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88" r:id="rId3"/>
    <p:sldId id="287" r:id="rId4"/>
    <p:sldId id="285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Ref: RCC10)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RCC10:Robot Car Control Using Sensor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1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RCC10:Robot Car Control Using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RCC10:Robot Car Control Using Sensor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8568127" y="1261663"/>
            <a:ext cx="3603519" cy="4948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32CA8-2897-A14E-BF2C-6305A33FC8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37" y="1081554"/>
            <a:ext cx="3802472" cy="48604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BB144B-1B80-5BB1-56DE-527184ABA66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B956B5-EAAD-7547-925F-C76EE96EF0E3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217EC-07FF-A246-5EAA-322BA0BDD441}"/>
              </a:ext>
            </a:extLst>
          </p:cNvPr>
          <p:cNvSpPr txBox="1"/>
          <p:nvPr/>
        </p:nvSpPr>
        <p:spPr bwMode="auto"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E290EF-1FFB-7FD9-C5D7-F28483054F96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EF6241-75B0-2A91-E12A-F7AC50827864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3E90B0-6661-B763-194E-9A3BB2AAAFB0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9B56A5-D028-3619-131C-4C89F8187FA2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CA5BE3-7C5C-6EF4-38C1-22381E5E1587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1F5B9D-9FC6-88BB-C347-C3119D798E8C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9AC224-4CC4-7B1D-9962-7866D2D85A0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0FC3DD5-40AC-EAC6-A2FB-D26AFFF00B50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AEEB20-EDA6-BF0F-8292-2435EA44E797}"/>
              </a:ext>
            </a:extLst>
          </p:cNvPr>
          <p:cNvSpPr txBox="1"/>
          <p:nvPr/>
        </p:nvSpPr>
        <p:spPr>
          <a:xfrm>
            <a:off x="5022331" y="3285068"/>
            <a:ext cx="3341084" cy="310854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Robot Car can be controlled using </a:t>
            </a:r>
          </a:p>
          <a:p>
            <a:r>
              <a:rPr lang="en-GB" sz="2800" dirty="0">
                <a:solidFill>
                  <a:srgbClr val="00B0F0"/>
                </a:solidFill>
              </a:rPr>
              <a:t>Gesture Sensors</a:t>
            </a:r>
          </a:p>
          <a:p>
            <a:r>
              <a:rPr lang="en-GB" sz="2800" dirty="0">
                <a:solidFill>
                  <a:srgbClr val="00B0F0"/>
                </a:solidFill>
              </a:rPr>
              <a:t>Colour Sensors</a:t>
            </a:r>
          </a:p>
          <a:p>
            <a:r>
              <a:rPr lang="en-GB" sz="2800" dirty="0">
                <a:solidFill>
                  <a:srgbClr val="00B0F0"/>
                </a:solidFill>
              </a:rPr>
              <a:t>Or</a:t>
            </a:r>
          </a:p>
          <a:p>
            <a:r>
              <a:rPr lang="en-GB" sz="2800" dirty="0">
                <a:solidFill>
                  <a:srgbClr val="00B0F0"/>
                </a:solidFill>
              </a:rPr>
              <a:t>Any sensor using Free connector.</a:t>
            </a:r>
          </a:p>
        </p:txBody>
      </p:sp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RCC10:Robot Car Control Using Sensor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5166-30FC-312D-78CB-BE506770E352}"/>
              </a:ext>
            </a:extLst>
          </p:cNvPr>
          <p:cNvSpPr txBox="1"/>
          <p:nvPr/>
        </p:nvSpPr>
        <p:spPr>
          <a:xfrm>
            <a:off x="838200" y="1581780"/>
            <a:ext cx="4697361" cy="5232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Appropriate Code for transmitter depending on the sensor used</a:t>
            </a:r>
            <a:endParaRPr lang="en-GB" sz="14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31591-4E0A-FE80-9AB1-966AE534D14D}"/>
              </a:ext>
            </a:extLst>
          </p:cNvPr>
          <p:cNvSpPr txBox="1"/>
          <p:nvPr/>
        </p:nvSpPr>
        <p:spPr>
          <a:xfrm>
            <a:off x="7096433" y="1657969"/>
            <a:ext cx="4338484" cy="5232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Appropriate Code for receiver depending on the sensor used</a:t>
            </a:r>
            <a:endParaRPr lang="en-GB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197</Words>
  <Application>Microsoft Office PowerPoint</Application>
  <PresentationFormat>Widescreen</PresentationFormat>
  <Paragraphs>65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RCC10:Robot Car Control Using Sensor</vt:lpstr>
      <vt:lpstr>RCC10:Robot Car Control Using Sensor</vt:lpstr>
      <vt:lpstr>RCC10:Robot Car Control Using Sensor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32</cp:revision>
  <dcterms:created xsi:type="dcterms:W3CDTF">2025-11-29T15:09:33Z</dcterms:created>
  <dcterms:modified xsi:type="dcterms:W3CDTF">2026-01-11T22:55:46Z</dcterms:modified>
</cp:coreProperties>
</file>