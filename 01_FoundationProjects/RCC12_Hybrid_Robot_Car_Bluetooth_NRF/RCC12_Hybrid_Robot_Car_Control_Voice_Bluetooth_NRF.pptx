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88" r:id="rId3"/>
    <p:sldId id="287" r:id="rId4"/>
    <p:sldId id="285" r:id="rId5"/>
    <p:sldId id="301" r:id="rId6"/>
    <p:sldId id="293" r:id="rId7"/>
    <p:sldId id="296" r:id="rId8"/>
    <p:sldId id="297" r:id="rId9"/>
    <p:sldId id="298" r:id="rId10"/>
    <p:sldId id="299" r:id="rId11"/>
    <p:sldId id="300" r:id="rId12"/>
    <p:sldId id="2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RCC12)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RCC12:Hybrid Robot Car Control Using 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Voice-Bluetooth-NRF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RCC12:Hybrid Robot Car Control Using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Voice-Bluetooth-NRF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EE4D66-E8B5-0447-B2C6-79C89C8C3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811" y="1690688"/>
            <a:ext cx="3134065" cy="2112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CA9AA0-B2B0-B772-9B68-D898A7303E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769738" y="2058876"/>
            <a:ext cx="3409143" cy="4357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971CEA-0C76-F37E-B53D-BA5D74D83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423" y="3904464"/>
            <a:ext cx="1795010" cy="1574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05D6C7-189B-5CC9-9D55-4D06B4B6B163}"/>
              </a:ext>
            </a:extLst>
          </p:cNvPr>
          <p:cNvSpPr txBox="1"/>
          <p:nvPr/>
        </p:nvSpPr>
        <p:spPr bwMode="auto">
          <a:xfrm>
            <a:off x="1877306" y="6060644"/>
            <a:ext cx="3727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</a:t>
            </a:r>
            <a:r>
              <a:rPr lang="en-GB" sz="2400" b="1" kern="0" dirty="0">
                <a:solidFill>
                  <a:srgbClr val="023047">
                    <a:lumMod val="75000"/>
                    <a:lumOff val="25000"/>
                  </a:srgbClr>
                </a:solidFill>
                <a:latin typeface="Aptos"/>
                <a:cs typeface="Arial"/>
              </a:rPr>
              <a:t>Transmitter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 Module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67EE-7868-4DEF-E5A0-6548853B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RCC12:Hybrid Robot Car Control Using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Voice-Bluetooth-NRF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4991F-1205-D165-D96A-664F24AB8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565" y="491152"/>
            <a:ext cx="460887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GB" sz="24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endParaRPr lang="en-GB" sz="2400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Voice =&gt; Bluetooth =&gt;  </a:t>
            </a:r>
            <a:r>
              <a:rPr lang="en-GB" sz="2400" b="1" dirty="0" err="1">
                <a:solidFill>
                  <a:srgbClr val="00B0F0"/>
                </a:solidFill>
              </a:rPr>
              <a:t>NRFBluetooth</a:t>
            </a:r>
            <a:r>
              <a:rPr lang="en-GB" sz="2400" b="1" dirty="0">
                <a:solidFill>
                  <a:srgbClr val="00B0F0"/>
                </a:solidFill>
              </a:rPr>
              <a:t> App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   ↓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HC-05 (Serial)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   ↓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TX Arduino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   ↓   (char via NRF24)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NRF24L01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   ↓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RX Arduino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   ↓</a:t>
            </a: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Motor Driver → Car</a:t>
            </a:r>
          </a:p>
          <a:p>
            <a:pPr marL="0" indent="0" algn="ctr">
              <a:buNone/>
            </a:pPr>
            <a:endParaRPr lang="en-GB" sz="2400" b="1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endParaRPr lang="en-GB" sz="2400" b="1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r>
              <a:rPr lang="en-GB" sz="2400" b="1" dirty="0">
                <a:solidFill>
                  <a:srgbClr val="00B0F0"/>
                </a:solidFill>
              </a:rPr>
              <a:t>NRF =&gt;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21E78-22A2-7E10-5194-490F0026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47F3-4D70-CC32-83C0-A75BDCD3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55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RCC12: Bluetooth Module HC05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420465" y="5339202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RCC12_Hybrid_Robot_Car_Voice_Bluetooth_NRF_Tx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510130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F7B5C5-B30F-DD83-BC74-3F92095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8" y="3205395"/>
            <a:ext cx="5318129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Install the App ‘Arduino Bluetooth Control’ from Play Store on your Android Smart Phone.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Remove the HC05 Bluetooth Module from the transmitter module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Upload the code </a:t>
            </a:r>
            <a:r>
              <a:rPr lang="en-US" b="1" dirty="0">
                <a:solidFill>
                  <a:srgbClr val="00B0F0"/>
                </a:solidFill>
              </a:rPr>
              <a:t>RCC12_Hybrid_Robot_Car_Voice_Bluetooth_NRF_Tx</a:t>
            </a:r>
            <a:r>
              <a:rPr lang="en-GB" b="1" dirty="0">
                <a:solidFill>
                  <a:srgbClr val="00B0F0"/>
                </a:solidFill>
              </a:rPr>
              <a:t>.</a:t>
            </a:r>
            <a:r>
              <a:rPr lang="en-GB" b="1" dirty="0" err="1">
                <a:solidFill>
                  <a:srgbClr val="00B0F0"/>
                </a:solidFill>
              </a:rPr>
              <a:t>ino</a:t>
            </a:r>
            <a:endParaRPr lang="en-GB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Re-insert the HC05 Bluetooth Module in the transmitter.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F19BF-FC88-C2A8-6A85-DBF46E058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65" y="1257219"/>
            <a:ext cx="1767993" cy="1844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EA750E-673A-CF94-FD7C-6A94350B2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994" y="1129732"/>
            <a:ext cx="5629897" cy="344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823B-52CE-DE6E-E14F-ED21C237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3C53D-E47F-011D-F0AD-21D0971D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C0CA05-8D7B-082F-2444-A5CF0B0A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7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65798D-60DD-CF26-0B39-FFF5D17F6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2" y="1690688"/>
            <a:ext cx="1988992" cy="3947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89391F-272C-71BF-BE48-59152FFF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1492551"/>
            <a:ext cx="2339543" cy="43437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053B81-64DB-442D-305B-D41E10322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170" y="1631357"/>
            <a:ext cx="2117609" cy="44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7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3719-397F-E1A4-EAB9-640A8240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8957-FDEB-E049-F7C8-1328312F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4BF2D-1377-F0B5-0C5F-2778D441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F6B809-2539-B356-C506-C37A71869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831" y="1728477"/>
            <a:ext cx="2583404" cy="4884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680E4-B2DA-F855-3340-B8B707594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133" y="1766580"/>
            <a:ext cx="2842506" cy="4846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332CFA-986A-4736-C0BB-0E7023AB7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775" y="1690688"/>
            <a:ext cx="2530059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89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DADD-18C8-1553-415E-F53F072AC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AB13B-5E49-E50C-41DE-3E67B595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BB66D-2A22-5832-D769-D28C3957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74F60-45A9-0E52-E43A-4B0D2CCB4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271" y="1690688"/>
            <a:ext cx="2400508" cy="53420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46BB7-5ACF-B43C-F54B-E09160723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303" y="1690688"/>
            <a:ext cx="2400508" cy="53344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C2288E-485F-6879-3B27-7C605AF81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89" y="1713550"/>
            <a:ext cx="2415749" cy="5319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CDF7B4-0330-91D4-E13A-AC812F4AF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832" y="1693588"/>
            <a:ext cx="2423370" cy="531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82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8763-FF5B-8024-7424-4E5733B9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 Bluetooth APP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86DF3-87E1-8979-CFA4-E685F6BF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F7E4-26A5-8116-12C5-B882D831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55869-1B09-8787-B5F9-A0DBCCEF5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36652"/>
            <a:ext cx="2438611" cy="4656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B06D0-2873-E00F-0B3A-4EAFD1F47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595" y="1852206"/>
            <a:ext cx="2362405" cy="4686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19B526-A284-1CB9-E446-3579B67CA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328" y="1836652"/>
            <a:ext cx="2385267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4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1E8D-4B24-E427-F7C7-FD9C6198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RCC12:Hybrid Robot Car Control Using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Voice-Bluetooth-NRF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AA72-4E94-7B45-8C1B-3AD1A0DD8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7361" cy="4351338"/>
          </a:xfrm>
        </p:spPr>
        <p:txBody>
          <a:bodyPr/>
          <a:lstStyle/>
          <a:p>
            <a:r>
              <a:rPr lang="en-GB" dirty="0">
                <a:solidFill>
                  <a:srgbClr val="00B0F0"/>
                </a:solidFill>
              </a:rPr>
              <a:t>Upload the receiver code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RCC12_Hybrid_Robot_Car_Voice_Bluetooth_NRF_Rx.ino </a:t>
            </a:r>
            <a:r>
              <a:rPr lang="en-GB" dirty="0">
                <a:solidFill>
                  <a:srgbClr val="00B0F0"/>
                </a:solidFill>
              </a:rPr>
              <a:t>in the robot car.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F7125-3C2A-43D2-BA7F-5ADC97D2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D2854-0F04-BC33-3A94-388892B1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11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53EE0-BCB4-6D90-AF73-54918048B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658" y="1585231"/>
            <a:ext cx="3144795" cy="4261037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8B5700F9-90A0-653F-0E04-5A0AAA26D3A3}"/>
              </a:ext>
            </a:extLst>
          </p:cNvPr>
          <p:cNvSpPr txBox="1"/>
          <p:nvPr/>
        </p:nvSpPr>
        <p:spPr bwMode="auto">
          <a:xfrm>
            <a:off x="884906" y="4719770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RCC12_Hybrid_Robot_Car_Voice_Bluetooth_NRF_Rx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B9EE2-9882-8DDC-0DAE-CEDC8A2E6538}"/>
              </a:ext>
            </a:extLst>
          </p:cNvPr>
          <p:cNvSpPr txBox="1"/>
          <p:nvPr/>
        </p:nvSpPr>
        <p:spPr>
          <a:xfrm>
            <a:off x="974571" y="5304545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8591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RCC12:Hybrid Robot Car Control Using 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Voice-Bluetooth-NRF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12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C9F936-8B00-EC14-7FEB-44F56343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713177"/>
            <a:ext cx="5850319" cy="3970318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setup()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Init Serial communication at 9600 baud (HC-05 default)</a:t>
            </a:r>
          </a:p>
          <a:p>
            <a:r>
              <a:rPr lang="en-GB" dirty="0">
                <a:solidFill>
                  <a:srgbClr val="00B0F0"/>
                </a:solidFill>
              </a:rPr>
              <a:t>Configure motor control pins (IN1–IN4, ENA, ENB)</a:t>
            </a:r>
          </a:p>
          <a:p>
            <a:r>
              <a:rPr lang="en-GB" dirty="0">
                <a:solidFill>
                  <a:srgbClr val="00B0F0"/>
                </a:solidFill>
              </a:rPr>
              <a:t>Stop motors at startup</a:t>
            </a:r>
          </a:p>
          <a:p>
            <a:r>
              <a:rPr lang="en-GB" b="1" dirty="0">
                <a:solidFill>
                  <a:srgbClr val="00B0F0"/>
                </a:solidFill>
              </a:rPr>
              <a:t>loop()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Check for incoming Bluetooth data via Serial</a:t>
            </a:r>
          </a:p>
          <a:p>
            <a:r>
              <a:rPr lang="en-GB" dirty="0">
                <a:solidFill>
                  <a:srgbClr val="00B0F0"/>
                </a:solidFill>
              </a:rPr>
              <a:t>Read single-character command from mobile app</a:t>
            </a:r>
          </a:p>
          <a:p>
            <a:r>
              <a:rPr lang="en-GB" dirty="0">
                <a:solidFill>
                  <a:srgbClr val="00B0F0"/>
                </a:solidFill>
              </a:rPr>
              <a:t>Decode command and map to motion: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F → Forward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B → Backward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L → Left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R → Right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S → Stop</a:t>
            </a:r>
          </a:p>
          <a:p>
            <a:r>
              <a:rPr lang="en-GB" dirty="0">
                <a:solidFill>
                  <a:srgbClr val="00B0F0"/>
                </a:solidFill>
              </a:rPr>
              <a:t>Drive motors using direction pins and PWM speed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688B5-11F8-78A8-B9C2-26746486310F}"/>
              </a:ext>
            </a:extLst>
          </p:cNvPr>
          <p:cNvSpPr txBox="1"/>
          <p:nvPr/>
        </p:nvSpPr>
        <p:spPr>
          <a:xfrm>
            <a:off x="6189406" y="1209469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RCC12_Hybrid_Robot_Car_Voice_Bluetooth_NRF_Rx</a:t>
            </a:r>
            <a:r>
              <a:rPr lang="en-GB" b="1" dirty="0">
                <a:solidFill>
                  <a:srgbClr val="FFFF00"/>
                </a:solidFill>
              </a:rPr>
              <a:t>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C1CB2-D244-2129-345B-66DE326269F0}"/>
              </a:ext>
            </a:extLst>
          </p:cNvPr>
          <p:cNvSpPr txBox="1"/>
          <p:nvPr/>
        </p:nvSpPr>
        <p:spPr>
          <a:xfrm>
            <a:off x="76199" y="1453182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RCC12_Hybrid_Robot_Car_Voice_Bluetooth_NRF_Tx</a:t>
            </a:r>
            <a:r>
              <a:rPr lang="en-GB" b="1" dirty="0">
                <a:solidFill>
                  <a:srgbClr val="FFFF00"/>
                </a:solidFill>
              </a:rPr>
              <a:t>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B18DD-C0C5-FE81-BF0C-9A58913808EB}"/>
              </a:ext>
            </a:extLst>
          </p:cNvPr>
          <p:cNvSpPr txBox="1"/>
          <p:nvPr/>
        </p:nvSpPr>
        <p:spPr>
          <a:xfrm>
            <a:off x="245681" y="1717937"/>
            <a:ext cx="5267632" cy="424731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rgbClr val="00B0F0"/>
                </a:solidFill>
              </a:rPr>
              <a:t>setup()</a:t>
            </a:r>
            <a:endParaRPr lang="en-GB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Init Serial communication (HC-05 Bluetooth @ 9600 baud)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Init OLED display (SSD1306, 128×64, I2C, </a:t>
            </a:r>
            <a:r>
              <a:rPr lang="en-GB" dirty="0" err="1">
                <a:solidFill>
                  <a:srgbClr val="00B0F0"/>
                </a:solidFill>
              </a:rPr>
              <a:t>addr</a:t>
            </a:r>
            <a:r>
              <a:rPr lang="en-GB" dirty="0">
                <a:solidFill>
                  <a:srgbClr val="00B0F0"/>
                </a:solidFill>
              </a:rPr>
              <a:t> 0x3C)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Init NRF24L01 as TRANSMITTER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CE=A3, CSN=A2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Address =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</a:rPr>
              <a:t>"00001"</a:t>
            </a:r>
            <a:r>
              <a:rPr lang="en-GB" dirty="0">
                <a:solidFill>
                  <a:srgbClr val="00B0F0"/>
                </a:solidFill>
              </a:rPr>
              <a:t>, Channel = 108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PA Level = LOW, TX mode enabled</a:t>
            </a:r>
          </a:p>
          <a:p>
            <a:pPr>
              <a:buNone/>
            </a:pPr>
            <a:r>
              <a:rPr lang="en-GB" b="1" dirty="0">
                <a:solidFill>
                  <a:srgbClr val="00B0F0"/>
                </a:solidFill>
              </a:rPr>
              <a:t>loop()</a:t>
            </a:r>
            <a:endParaRPr lang="en-GB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Read single-character command from Bluetooth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Supported commands: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</a:rPr>
              <a:t>F</a:t>
            </a:r>
            <a:r>
              <a:rPr lang="en-GB" dirty="0">
                <a:solidFill>
                  <a:srgbClr val="00B0F0"/>
                </a:solidFill>
              </a:rPr>
              <a:t>,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</a:rPr>
              <a:t>B</a:t>
            </a:r>
            <a:r>
              <a:rPr lang="en-GB" dirty="0">
                <a:solidFill>
                  <a:srgbClr val="00B0F0"/>
                </a:solidFill>
              </a:rPr>
              <a:t>,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</a:rPr>
              <a:t>L</a:t>
            </a:r>
            <a:r>
              <a:rPr lang="en-GB" dirty="0">
                <a:solidFill>
                  <a:srgbClr val="00B0F0"/>
                </a:solidFill>
              </a:rPr>
              <a:t>,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</a:rPr>
              <a:t>R</a:t>
            </a:r>
            <a:r>
              <a:rPr lang="en-GB" dirty="0">
                <a:solidFill>
                  <a:srgbClr val="00B0F0"/>
                </a:solidFill>
              </a:rPr>
              <a:t>,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</a:rPr>
              <a:t>S</a:t>
            </a:r>
            <a:endParaRPr lang="en-GB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Send command as </a:t>
            </a:r>
            <a:r>
              <a:rPr lang="en-GB" b="1" dirty="0">
                <a:solidFill>
                  <a:srgbClr val="00B0F0"/>
                </a:solidFill>
              </a:rPr>
              <a:t>1-byte payload</a:t>
            </a:r>
            <a:r>
              <a:rPr lang="en-GB" dirty="0">
                <a:solidFill>
                  <a:srgbClr val="00B0F0"/>
                </a:solidFill>
              </a:rPr>
              <a:t> via NRF24L01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F0"/>
                </a:solidFill>
              </a:rPr>
              <a:t>Display current command on OLED</a:t>
            </a: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554</Words>
  <Application>Microsoft Office PowerPoint</Application>
  <PresentationFormat>Widescreen</PresentationFormat>
  <Paragraphs>129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Courier New</vt:lpstr>
      <vt:lpstr>Office Theme</vt:lpstr>
      <vt:lpstr>Robot Car 2 (Wireless Communication Control) (RCC)</vt:lpstr>
      <vt:lpstr>Robot Car2 - Contents</vt:lpstr>
      <vt:lpstr>Robot Car2 - Contents</vt:lpstr>
      <vt:lpstr>RCC12:Hybrid Robot Car Control Using  Voice-Bluetooth-NRF</vt:lpstr>
      <vt:lpstr>RCC12:Hybrid Robot Car Control Using  Voice-Bluetooth-NRF</vt:lpstr>
      <vt:lpstr> RCC12: Bluetooth Module HC05 </vt:lpstr>
      <vt:lpstr>RCC12: Bluetooth APP</vt:lpstr>
      <vt:lpstr>RCC12: Bluetooth APP</vt:lpstr>
      <vt:lpstr>RCC12: Bluetooth APP</vt:lpstr>
      <vt:lpstr>RCC12: Bluetooth APP</vt:lpstr>
      <vt:lpstr>RCC12:Hybrid Robot Car Control Using  Voice-Bluetooth-NRF</vt:lpstr>
      <vt:lpstr>RCC12:Hybrid Robot Car Control Using  Voice-Bluetooth-NRF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52</cp:revision>
  <dcterms:created xsi:type="dcterms:W3CDTF">2025-11-29T15:09:33Z</dcterms:created>
  <dcterms:modified xsi:type="dcterms:W3CDTF">2026-01-11T22:59:16Z</dcterms:modified>
</cp:coreProperties>
</file>