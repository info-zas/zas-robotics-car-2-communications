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4 – Accelerometer Tilt Functionality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4 – Accelerometer Tilt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Use MPU6050 accelerometer</a:t>
            </a:r>
          </a:p>
          <a:p>
            <a:r>
              <a:rPr lang="en-GB" dirty="0">
                <a:solidFill>
                  <a:schemeClr val="bg1"/>
                </a:solidFill>
              </a:rPr>
              <a:t>Read X/Y tilt values</a:t>
            </a:r>
          </a:p>
          <a:p>
            <a:r>
              <a:rPr lang="en-GB" dirty="0">
                <a:solidFill>
                  <a:schemeClr val="bg1"/>
                </a:solidFill>
              </a:rPr>
              <a:t>Display tilt on OLED</a:t>
            </a:r>
          </a:p>
          <a:p>
            <a:r>
              <a:rPr lang="en-GB" dirty="0">
                <a:solidFill>
                  <a:schemeClr val="bg1"/>
                </a:solidFill>
              </a:rPr>
              <a:t>Map tilt to directions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Understand accelerometer axes</a:t>
            </a:r>
          </a:p>
          <a:p>
            <a:r>
              <a:rPr lang="en-GB" dirty="0">
                <a:solidFill>
                  <a:schemeClr val="bg1"/>
                </a:solidFill>
              </a:rPr>
              <a:t>Use I2C (SDA/SCL)</a:t>
            </a:r>
          </a:p>
          <a:p>
            <a:r>
              <a:rPr lang="en-GB" dirty="0">
                <a:solidFill>
                  <a:schemeClr val="bg1"/>
                </a:solidFill>
              </a:rPr>
              <a:t>Threshold-based direction detection</a:t>
            </a:r>
          </a:p>
          <a:p>
            <a:r>
              <a:rPr lang="en-GB" dirty="0">
                <a:solidFill>
                  <a:schemeClr val="bg1"/>
                </a:solidFill>
              </a:rPr>
              <a:t>Show values on OLED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MPU6050: SDA→A4, SCL→A5</a:t>
            </a:r>
          </a:p>
          <a:p>
            <a:r>
              <a:rPr lang="en-GB" dirty="0">
                <a:solidFill>
                  <a:schemeClr val="bg1"/>
                </a:solidFill>
              </a:rPr>
              <a:t>OLED: SDA→A4, SCL→A5</a:t>
            </a:r>
          </a:p>
          <a:p>
            <a:r>
              <a:rPr lang="en-GB" dirty="0">
                <a:solidFill>
                  <a:schemeClr val="bg1"/>
                </a:solidFill>
              </a:rPr>
              <a:t>5V &amp; GND shared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Read </a:t>
            </a:r>
            <a:r>
              <a:rPr lang="en-GB" dirty="0" err="1">
                <a:solidFill>
                  <a:schemeClr val="bg1"/>
                </a:solidFill>
              </a:rPr>
              <a:t>ax</a:t>
            </a:r>
            <a:r>
              <a:rPr lang="en-GB" dirty="0">
                <a:solidFill>
                  <a:schemeClr val="bg1"/>
                </a:solidFill>
              </a:rPr>
              <a:t>/ay/</a:t>
            </a:r>
            <a:r>
              <a:rPr lang="en-GB" dirty="0" err="1">
                <a:solidFill>
                  <a:schemeClr val="bg1"/>
                </a:solidFill>
              </a:rPr>
              <a:t>az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Determine direction via thresholds</a:t>
            </a:r>
          </a:p>
          <a:p>
            <a:r>
              <a:rPr lang="en-GB" dirty="0">
                <a:solidFill>
                  <a:schemeClr val="bg1"/>
                </a:solidFill>
              </a:rPr>
              <a:t>Print to OLED</a:t>
            </a:r>
          </a:p>
          <a:p>
            <a:r>
              <a:rPr lang="en-GB" dirty="0">
                <a:solidFill>
                  <a:schemeClr val="bg1"/>
                </a:solidFill>
              </a:rPr>
              <a:t>Small loop delay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07F82-B8DF-FB82-3CE0-681FBD87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BA7D-FFB6-930D-0258-9271FD9D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Transmitter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B4DC-7351-010D-C114-8E2B13E4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AY&gt;threshold = Forward</a:t>
            </a:r>
          </a:p>
          <a:p>
            <a:r>
              <a:rPr lang="en-GB" dirty="0">
                <a:solidFill>
                  <a:schemeClr val="bg1"/>
                </a:solidFill>
              </a:rPr>
              <a:t>AY&lt;-threshold = Backward</a:t>
            </a:r>
          </a:p>
          <a:p>
            <a:r>
              <a:rPr lang="en-GB" dirty="0">
                <a:solidFill>
                  <a:schemeClr val="bg1"/>
                </a:solidFill>
              </a:rPr>
              <a:t>AX&gt;threshold = Right</a:t>
            </a:r>
          </a:p>
          <a:p>
            <a:r>
              <a:rPr lang="en-GB" dirty="0">
                <a:solidFill>
                  <a:schemeClr val="bg1"/>
                </a:solidFill>
              </a:rPr>
              <a:t>AX&lt;-threshold = Left</a:t>
            </a:r>
          </a:p>
          <a:p>
            <a:r>
              <a:rPr lang="en-GB" dirty="0">
                <a:solidFill>
                  <a:schemeClr val="bg1"/>
                </a:solidFill>
              </a:rPr>
              <a:t>Else = Level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 Link</a:t>
            </a:r>
            <a:r>
              <a:rPr lang="en-GB">
                <a:solidFill>
                  <a:schemeClr val="accent5"/>
                </a:solidFill>
              </a:rPr>
              <a:t>: </a:t>
            </a:r>
            <a:r>
              <a:rPr lang="en-GB" sz="2400">
                <a:solidFill>
                  <a:schemeClr val="accent1"/>
                </a:solidFill>
              </a:rPr>
              <a:t>https://github.com/info-zas/zas-robotics-car-2-communications/tree/main/01_FoundationProjects/04_AccelerometeR_Tilt_Functionality</a:t>
            </a:r>
            <a:endParaRPr lang="en-GB" sz="240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5F2A6-0526-BD1E-4ED1-7C67E3FFF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2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Tilt-based robot control</a:t>
            </a:r>
          </a:p>
          <a:p>
            <a:r>
              <a:rPr lang="en-GB" dirty="0">
                <a:solidFill>
                  <a:schemeClr val="bg1"/>
                </a:solidFill>
              </a:rPr>
              <a:t>Gesture commands</a:t>
            </a:r>
          </a:p>
          <a:p>
            <a:r>
              <a:rPr lang="en-GB" dirty="0">
                <a:solidFill>
                  <a:schemeClr val="bg1"/>
                </a:solidFill>
              </a:rPr>
              <a:t>Balance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I2C?</a:t>
            </a:r>
          </a:p>
          <a:p>
            <a:r>
              <a:rPr lang="en-GB" dirty="0">
                <a:solidFill>
                  <a:schemeClr val="bg1"/>
                </a:solidFill>
              </a:rPr>
              <a:t>How to reduce noise?</a:t>
            </a:r>
          </a:p>
          <a:p>
            <a:r>
              <a:rPr lang="en-GB" dirty="0">
                <a:solidFill>
                  <a:schemeClr val="bg1"/>
                </a:solidFill>
              </a:rPr>
              <a:t>Why calibrate?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1_Office Theme</vt:lpstr>
      <vt:lpstr>ZAS Robotic Products</vt:lpstr>
      <vt:lpstr>Lab Session 4 – Accelerometer Tilt Functionality</vt:lpstr>
      <vt:lpstr>Learning Outcomes</vt:lpstr>
      <vt:lpstr>Schematics</vt:lpstr>
      <vt:lpstr>Pseudocode</vt:lpstr>
      <vt:lpstr>Transmitter Code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10</cp:revision>
  <dcterms:created xsi:type="dcterms:W3CDTF">2025-11-29T15:09:33Z</dcterms:created>
  <dcterms:modified xsi:type="dcterms:W3CDTF">2025-11-29T16:11:44Z</dcterms:modified>
</cp:coreProperties>
</file>