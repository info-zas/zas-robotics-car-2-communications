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88" r:id="rId3"/>
    <p:sldId id="287" r:id="rId4"/>
    <p:sldId id="285" r:id="rId5"/>
    <p:sldId id="293" r:id="rId6"/>
    <p:sldId id="296" r:id="rId7"/>
    <p:sldId id="297" r:id="rId8"/>
    <p:sldId id="298" r:id="rId9"/>
    <p:sldId id="299" r:id="rId10"/>
    <p:sldId id="29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9" y="3602038"/>
            <a:ext cx="10264876" cy="1655762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Ref: RCC09)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RCC09:Robot Car Control Using Voice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RCC09:Robot Car Control Using Voice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EE4D66-E8B5-0447-B2C6-79C89C8C3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868" y="2415266"/>
            <a:ext cx="5166808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RCC09: Bluetooth Module HC05</a:t>
            </a:r>
            <a:br>
              <a:rPr lang="en-US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510130" y="5041813"/>
            <a:ext cx="5771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FFFF00"/>
                </a:solidFill>
              </a:rPr>
              <a:t>Code for RCC09_Robot_Car_Control_Using_Voice_Rx</a:t>
            </a:r>
            <a:r>
              <a:rPr lang="en-GB" sz="1600" b="1" dirty="0">
                <a:solidFill>
                  <a:srgbClr val="FFFF00"/>
                </a:solidFill>
              </a:rPr>
              <a:t>.</a:t>
            </a:r>
            <a:r>
              <a:rPr lang="en-GB" sz="1600" b="1" dirty="0" err="1">
                <a:solidFill>
                  <a:srgbClr val="FFFF00"/>
                </a:solidFill>
              </a:rPr>
              <a:t>ino</a:t>
            </a:r>
            <a:r>
              <a:rPr lang="en-GB" sz="1600" b="1" dirty="0">
                <a:solidFill>
                  <a:srgbClr val="FFFF00"/>
                </a:solidFill>
              </a:rPr>
              <a:t>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678930" y="5380367"/>
            <a:ext cx="4885191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https://github.com/info-zas/zas-robotics-car-2-communications/blob/main/01_FoundationProjects/RCC09_Robot_Car_Control_Using_Voice/RCC09_Roboti_Car_Control_Using_Voice_Rx/RCC09_Roboti_Car_Control_Using_Voice_Rx.ino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F7B5C5-B30F-DD83-BC74-3F920953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78" y="3205395"/>
            <a:ext cx="5701587" cy="3516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Install the App ‘Arduino Bluetooth Control’ from Play Store on your Android Smart Phone.</a:t>
            </a:r>
          </a:p>
          <a:p>
            <a:pPr marL="0" indent="0">
              <a:buNone/>
            </a:pPr>
            <a:endParaRPr lang="en-GB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Remove the HC05 Bluetooth Module from the robot car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Upload the code </a:t>
            </a:r>
            <a:r>
              <a:rPr lang="en-US" sz="2000" b="1" dirty="0">
                <a:solidFill>
                  <a:srgbClr val="00B0F0"/>
                </a:solidFill>
              </a:rPr>
              <a:t>RCC09_Robot_Car_Control_Using_Voice_Rx</a:t>
            </a:r>
            <a:r>
              <a:rPr lang="en-GB" sz="2000" b="1" dirty="0">
                <a:solidFill>
                  <a:srgbClr val="00B0F0"/>
                </a:solidFill>
              </a:rPr>
              <a:t>.</a:t>
            </a:r>
            <a:r>
              <a:rPr lang="en-GB" sz="2000" b="1" dirty="0" err="1">
                <a:solidFill>
                  <a:srgbClr val="00B0F0"/>
                </a:solidFill>
              </a:rPr>
              <a:t>ino</a:t>
            </a:r>
            <a:endParaRPr lang="en-GB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Re-insert the HC05 Bluetooth Module in the car.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BF19BF-FC88-C2A8-6A85-DBF46E058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65" y="1257219"/>
            <a:ext cx="1767993" cy="184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03A51E-17B9-EDE2-3DFC-9062D055A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930" y="1275784"/>
            <a:ext cx="4626087" cy="356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823B-52CE-DE6E-E14F-ED21C237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RCC09: Bluetooth APP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3C53D-E47F-011D-F0AD-21D0971D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C0CA05-8D7B-082F-2444-A5CF0B0A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65798D-60DD-CF26-0B39-FFF5D17F6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52" y="1690688"/>
            <a:ext cx="1988992" cy="39475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89391F-272C-71BF-BE48-59152FFF8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492551"/>
            <a:ext cx="2339543" cy="43437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053B81-64DB-442D-305B-D41E10322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170" y="1631357"/>
            <a:ext cx="2117609" cy="44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74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3719-397F-E1A4-EAB9-640A8240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RCC09: Bluetooth APP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8957-FDEB-E049-F7C8-1328312F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4BF2D-1377-F0B5-0C5F-2778D441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F6B809-2539-B356-C506-C37A71869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831" y="1728477"/>
            <a:ext cx="2583404" cy="4884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2680E4-B2DA-F855-3340-B8B707594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133" y="1766580"/>
            <a:ext cx="2842506" cy="4846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332CFA-986A-4736-C0BB-0E7023AB7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775" y="1690688"/>
            <a:ext cx="2530059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89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DADD-18C8-1553-415E-F53F072AC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RCC09: Bluetooth APP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AB13B-5E49-E50C-41DE-3E67B595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BB66D-2A22-5832-D769-D28C3957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974F60-45A9-0E52-E43A-4B0D2CCB4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271" y="1690688"/>
            <a:ext cx="2400508" cy="53420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B46BB7-5ACF-B43C-F54B-E09160723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8303" y="1690688"/>
            <a:ext cx="2400508" cy="53344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C2288E-485F-6879-3B27-7C605AF81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89" y="1713550"/>
            <a:ext cx="2415749" cy="5319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CDF7B4-0330-91D4-E13A-AC812F4AF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832" y="1693588"/>
            <a:ext cx="2423370" cy="531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82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8763-FF5B-8024-7424-4E5733B9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RCC09: Bluetooth APP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86DF3-87E1-8979-CFA4-E685F6BFD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0F7E4-26A5-8116-12C5-B882D831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55869-1B09-8787-B5F9-A0DBCCEF5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36652"/>
            <a:ext cx="2438611" cy="4656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FB06D0-2873-E00F-0B3A-4EAFD1F47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595" y="1852206"/>
            <a:ext cx="2362405" cy="4686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19B526-A284-1CB9-E446-3579B67CA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328" y="1836652"/>
            <a:ext cx="2385267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4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55"/>
            <a:ext cx="12378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RCC09:Robot Car Control Using Voice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10</a:t>
            </a:fld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C9F936-8B00-EC14-7FEB-44F56343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696" y="1624841"/>
            <a:ext cx="5850319" cy="3970318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setup()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Init Serial communication at 9600 baud (HC-05 default)</a:t>
            </a:r>
          </a:p>
          <a:p>
            <a:r>
              <a:rPr lang="en-GB" dirty="0">
                <a:solidFill>
                  <a:srgbClr val="00B0F0"/>
                </a:solidFill>
              </a:rPr>
              <a:t>Configure motor control pins (IN1–IN4, ENA, ENB)</a:t>
            </a:r>
          </a:p>
          <a:p>
            <a:r>
              <a:rPr lang="en-GB" dirty="0">
                <a:solidFill>
                  <a:srgbClr val="00B0F0"/>
                </a:solidFill>
              </a:rPr>
              <a:t>Stop motors at startup</a:t>
            </a:r>
          </a:p>
          <a:p>
            <a:r>
              <a:rPr lang="en-GB" b="1" dirty="0">
                <a:solidFill>
                  <a:srgbClr val="00B0F0"/>
                </a:solidFill>
              </a:rPr>
              <a:t>loop()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Check for incoming Bluetooth data via Serial</a:t>
            </a:r>
          </a:p>
          <a:p>
            <a:r>
              <a:rPr lang="en-GB" dirty="0">
                <a:solidFill>
                  <a:srgbClr val="00B0F0"/>
                </a:solidFill>
              </a:rPr>
              <a:t>Read single-character command from mobile app</a:t>
            </a:r>
          </a:p>
          <a:p>
            <a:r>
              <a:rPr lang="en-GB" dirty="0">
                <a:solidFill>
                  <a:srgbClr val="00B0F0"/>
                </a:solidFill>
              </a:rPr>
              <a:t>Decode command and map to motion: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F → Forward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B → Backward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L → Left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R → Right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S → Stop</a:t>
            </a:r>
          </a:p>
          <a:p>
            <a:r>
              <a:rPr lang="en-GB" dirty="0">
                <a:solidFill>
                  <a:srgbClr val="00B0F0"/>
                </a:solidFill>
              </a:rPr>
              <a:t>Drive motors using direction pins and PWM speed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688B5-11F8-78A8-B9C2-26746486310F}"/>
              </a:ext>
            </a:extLst>
          </p:cNvPr>
          <p:cNvSpPr txBox="1"/>
          <p:nvPr/>
        </p:nvSpPr>
        <p:spPr>
          <a:xfrm>
            <a:off x="5528186" y="1132398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RCC09_Robot_Car_Control_Using_Voice_Rx</a:t>
            </a:r>
            <a:r>
              <a:rPr lang="en-GB" b="1" dirty="0">
                <a:solidFill>
                  <a:srgbClr val="FFFF00"/>
                </a:solidFill>
              </a:rPr>
              <a:t>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CDBEEAA9-C29E-6E34-A472-6C50DEA8D466}"/>
              </a:ext>
            </a:extLst>
          </p:cNvPr>
          <p:cNvSpPr txBox="1"/>
          <p:nvPr/>
        </p:nvSpPr>
        <p:spPr bwMode="auto">
          <a:xfrm>
            <a:off x="138828" y="4757612"/>
            <a:ext cx="5771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FFFF00"/>
                </a:solidFill>
              </a:rPr>
              <a:t>Code for RCC09_Robot_Car_Control_Using_Voice_Rx</a:t>
            </a:r>
            <a:r>
              <a:rPr lang="en-GB" sz="1600" b="1" dirty="0">
                <a:solidFill>
                  <a:srgbClr val="FFFF00"/>
                </a:solidFill>
              </a:rPr>
              <a:t>.</a:t>
            </a:r>
            <a:r>
              <a:rPr lang="en-GB" sz="1600" b="1" dirty="0" err="1">
                <a:solidFill>
                  <a:srgbClr val="FFFF00"/>
                </a:solidFill>
              </a:rPr>
              <a:t>ino</a:t>
            </a:r>
            <a:r>
              <a:rPr lang="en-GB" sz="1600" b="1" dirty="0">
                <a:solidFill>
                  <a:srgbClr val="FFFF00"/>
                </a:solidFill>
              </a:rPr>
              <a:t>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B4941-925C-87C2-34C0-297CAC8576B8}"/>
              </a:ext>
            </a:extLst>
          </p:cNvPr>
          <p:cNvSpPr txBox="1"/>
          <p:nvPr/>
        </p:nvSpPr>
        <p:spPr>
          <a:xfrm>
            <a:off x="307628" y="5096166"/>
            <a:ext cx="4885191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https://github.com/info-zas/zas-robotics-car-2-communications/blob/main/01_FoundationProjects/RCC09_Robot_Car_Control_Using_Voice/RCC09_Roboti_Car_Control_Using_Voice_Rx/RCC09_Roboti_Car_Control_Using_Voice_Rx.ino</a:t>
            </a: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Words>469</Words>
  <Application>Microsoft Office PowerPoint</Application>
  <PresentationFormat>Widescreen</PresentationFormat>
  <Paragraphs>89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Office Theme</vt:lpstr>
      <vt:lpstr>Robot Car 2 (Wireless Communication Control) (RCC)</vt:lpstr>
      <vt:lpstr>Robot Car2 - Contents</vt:lpstr>
      <vt:lpstr>Robot Car2 - Contents</vt:lpstr>
      <vt:lpstr>RCC09:Robot Car Control Using Voice</vt:lpstr>
      <vt:lpstr> RCC09: Bluetooth Module HC05 </vt:lpstr>
      <vt:lpstr>RCC09: Bluetooth APP</vt:lpstr>
      <vt:lpstr>RCC09: Bluetooth APP</vt:lpstr>
      <vt:lpstr>RCC09: Bluetooth APP</vt:lpstr>
      <vt:lpstr>RCC09: Bluetooth APP</vt:lpstr>
      <vt:lpstr>RCC09:Robot Car Control Using Voice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45</cp:revision>
  <dcterms:created xsi:type="dcterms:W3CDTF">2025-11-29T15:09:33Z</dcterms:created>
  <dcterms:modified xsi:type="dcterms:W3CDTF">2026-01-17T13:39:16Z</dcterms:modified>
</cp:coreProperties>
</file>