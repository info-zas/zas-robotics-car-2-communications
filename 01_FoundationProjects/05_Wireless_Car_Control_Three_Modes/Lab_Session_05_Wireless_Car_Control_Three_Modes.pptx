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6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Navigational Robotic Series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Robot Car-2: Communications</a:t>
            </a:r>
          </a:p>
          <a:p>
            <a:endParaRPr lang="en-GB" sz="3200" dirty="0">
              <a:solidFill>
                <a:schemeClr val="accent5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Lab Session 5 – Wireless Car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96AC-FE34-509D-4488-5EEBF81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Lab Session 5 – Wireless Car Control – Three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84EC-691F-E51F-6296-6DE58F65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Buttons, Joystick, Accelerometer</a:t>
            </a:r>
          </a:p>
          <a:p>
            <a:r>
              <a:rPr lang="en-GB" dirty="0">
                <a:solidFill>
                  <a:schemeClr val="bg1"/>
                </a:solidFill>
              </a:rPr>
              <a:t>NRF24L01 Communication</a:t>
            </a:r>
          </a:p>
          <a:p>
            <a:r>
              <a:rPr lang="en-GB" dirty="0">
                <a:solidFill>
                  <a:schemeClr val="bg1"/>
                </a:solidFill>
              </a:rPr>
              <a:t>Clean TX/RX Architecture</a:t>
            </a:r>
          </a:p>
          <a:p>
            <a:r>
              <a:rPr lang="en-GB" dirty="0">
                <a:solidFill>
                  <a:schemeClr val="bg1"/>
                </a:solidFill>
              </a:rPr>
              <a:t>OLED Debugging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358A-5292-1DCC-3BE2-09552A03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74598-3697-C518-42DC-9B65ACEF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9E4-6A60-2A52-A595-6044BB8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B9D1-42CA-E3CD-E1DA-642AC6BF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Design control data packet</a:t>
            </a:r>
          </a:p>
          <a:p>
            <a:r>
              <a:rPr lang="en-GB" dirty="0">
                <a:solidFill>
                  <a:schemeClr val="bg1"/>
                </a:solidFill>
              </a:rPr>
              <a:t>Transmit struct via RF24</a:t>
            </a:r>
          </a:p>
          <a:p>
            <a:r>
              <a:rPr lang="en-GB" dirty="0">
                <a:solidFill>
                  <a:schemeClr val="bg1"/>
                </a:solidFill>
              </a:rPr>
              <a:t>Map inputs → car movement</a:t>
            </a:r>
          </a:p>
          <a:p>
            <a:r>
              <a:rPr lang="en-GB" dirty="0">
                <a:solidFill>
                  <a:schemeClr val="bg1"/>
                </a:solidFill>
              </a:rPr>
              <a:t>Use OLED for live telemetry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F93F9-291A-56D5-DFB9-6E3FAEA2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9BE7-4D28-6D0B-03F3-7BF87DBD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B09-B417-8733-CF2C-EA285A44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2C9B-A67B-13E5-E0AF-29E5B6BD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Remote: Buttons, Joystick, MPU6050, OLED</a:t>
            </a:r>
          </a:p>
          <a:p>
            <a:r>
              <a:rPr lang="en-GB" dirty="0">
                <a:solidFill>
                  <a:schemeClr val="bg1"/>
                </a:solidFill>
              </a:rPr>
              <a:t>NRF24L01 → Car</a:t>
            </a:r>
          </a:p>
          <a:p>
            <a:r>
              <a:rPr lang="en-GB" dirty="0">
                <a:solidFill>
                  <a:schemeClr val="bg1"/>
                </a:solidFill>
              </a:rPr>
              <a:t>Car: TB6612 motor driver + OLED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742C5-6895-8286-9A55-EED0C7B6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 - Transmitter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Read joystick &amp; buttons</a:t>
            </a:r>
          </a:p>
          <a:p>
            <a:r>
              <a:rPr lang="en-GB" dirty="0">
                <a:solidFill>
                  <a:schemeClr val="bg1"/>
                </a:solidFill>
              </a:rPr>
              <a:t>Update accelerometer</a:t>
            </a:r>
          </a:p>
          <a:p>
            <a:r>
              <a:rPr lang="en-GB" dirty="0">
                <a:solidFill>
                  <a:schemeClr val="bg1"/>
                </a:solidFill>
              </a:rPr>
              <a:t>Create payload struct</a:t>
            </a:r>
          </a:p>
          <a:p>
            <a:r>
              <a:rPr lang="en-GB" dirty="0">
                <a:solidFill>
                  <a:schemeClr val="bg1"/>
                </a:solidFill>
              </a:rPr>
              <a:t>Send via </a:t>
            </a:r>
            <a:r>
              <a:rPr lang="en-GB" dirty="0" err="1">
                <a:solidFill>
                  <a:schemeClr val="bg1"/>
                </a:solidFill>
              </a:rPr>
              <a:t>radio.write</a:t>
            </a:r>
            <a:r>
              <a:rPr lang="en-GB" dirty="0">
                <a:solidFill>
                  <a:schemeClr val="bg1"/>
                </a:solidFill>
              </a:rPr>
              <a:t>()</a:t>
            </a:r>
          </a:p>
          <a:p>
            <a:r>
              <a:rPr lang="en-GB" dirty="0">
                <a:solidFill>
                  <a:schemeClr val="bg1"/>
                </a:solidFill>
              </a:rPr>
              <a:t>Show mode &amp; values on OLED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2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88893-FB53-7107-4D10-642E69A1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7AB7-269F-F87E-37EE-D6E91CE09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 - Receiver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BF15-7C3F-84CB-31B9-A11B246FE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Receive payload struct</a:t>
            </a:r>
          </a:p>
          <a:p>
            <a:r>
              <a:rPr lang="en-GB" dirty="0">
                <a:solidFill>
                  <a:schemeClr val="bg1"/>
                </a:solidFill>
              </a:rPr>
              <a:t>If mode=Buttons → map to movement</a:t>
            </a:r>
          </a:p>
          <a:p>
            <a:r>
              <a:rPr lang="en-GB" dirty="0">
                <a:solidFill>
                  <a:schemeClr val="bg1"/>
                </a:solidFill>
              </a:rPr>
              <a:t>If mode=Joystick → decode X/Y</a:t>
            </a:r>
          </a:p>
          <a:p>
            <a:r>
              <a:rPr lang="en-GB" dirty="0">
                <a:solidFill>
                  <a:schemeClr val="bg1"/>
                </a:solidFill>
              </a:rPr>
              <a:t>If mode=Tilt → decode accel</a:t>
            </a:r>
          </a:p>
          <a:p>
            <a:r>
              <a:rPr lang="en-GB" dirty="0">
                <a:solidFill>
                  <a:schemeClr val="bg1"/>
                </a:solidFill>
              </a:rPr>
              <a:t>Drive motors &amp; show action on OLED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5A44F-D24B-9A06-DF68-0D5BEDB2A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62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07F82-B8DF-FB82-3CE0-681FBD873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BA7D-FFB6-930D-0258-9271FD9D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Controller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B4DC-7351-010D-C114-8E2B13E46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Mode 0: Buttons</a:t>
            </a:r>
          </a:p>
          <a:p>
            <a:r>
              <a:rPr lang="fr-FR" dirty="0">
                <a:solidFill>
                  <a:schemeClr val="bg1"/>
                </a:solidFill>
              </a:rPr>
              <a:t>Mode 1: Tilt (</a:t>
            </a:r>
            <a:r>
              <a:rPr lang="fr-FR" dirty="0" err="1">
                <a:solidFill>
                  <a:schemeClr val="bg1"/>
                </a:solidFill>
              </a:rPr>
              <a:t>accelerometer</a:t>
            </a:r>
            <a:r>
              <a:rPr lang="fr-FR" dirty="0">
                <a:solidFill>
                  <a:schemeClr val="bg1"/>
                </a:solidFill>
              </a:rPr>
              <a:t>)</a:t>
            </a:r>
          </a:p>
          <a:p>
            <a:r>
              <a:rPr lang="fr-FR" dirty="0">
                <a:solidFill>
                  <a:schemeClr val="bg1"/>
                </a:solidFill>
              </a:rPr>
              <a:t>Mode 2: Joystick</a:t>
            </a:r>
          </a:p>
          <a:p>
            <a:r>
              <a:rPr lang="fr-FR" dirty="0">
                <a:solidFill>
                  <a:schemeClr val="bg1"/>
                </a:solidFill>
              </a:rPr>
              <a:t>Mode </a:t>
            </a:r>
            <a:r>
              <a:rPr lang="fr-FR" dirty="0" err="1">
                <a:solidFill>
                  <a:schemeClr val="bg1"/>
                </a:solidFill>
              </a:rPr>
              <a:t>button</a:t>
            </a:r>
            <a:r>
              <a:rPr lang="fr-FR" dirty="0">
                <a:solidFill>
                  <a:schemeClr val="bg1"/>
                </a:solidFill>
              </a:rPr>
              <a:t> cycles modes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 Link</a:t>
            </a:r>
            <a:r>
              <a:rPr lang="en-GB">
                <a:solidFill>
                  <a:schemeClr val="accent5"/>
                </a:solidFill>
              </a:rPr>
              <a:t>: </a:t>
            </a:r>
            <a:r>
              <a:rPr lang="en-GB" sz="2400">
                <a:solidFill>
                  <a:schemeClr val="accent1"/>
                </a:solidFill>
              </a:rPr>
              <a:t>https://github.com/info-zas/zas-robotics-car-2-communications/tree/main/01_FoundationProjects/05_Wireless_Car_Control_Three_Modes</a:t>
            </a:r>
            <a:endParaRPr lang="en-GB" sz="240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5F2A6-0526-BD1E-4ED1-7C67E3FFF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2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RC cars, robots, gesture control</a:t>
            </a:r>
          </a:p>
          <a:p>
            <a:r>
              <a:rPr lang="en-GB" dirty="0">
                <a:solidFill>
                  <a:schemeClr val="bg1"/>
                </a:solidFill>
              </a:rPr>
              <a:t>Modular wireless architecture</a:t>
            </a:r>
          </a:p>
          <a:p>
            <a:r>
              <a:rPr lang="en-GB" dirty="0">
                <a:solidFill>
                  <a:schemeClr val="bg1"/>
                </a:solidFill>
              </a:rPr>
              <a:t>Real-world drone/RC controller concepts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Why use a struct?</a:t>
            </a:r>
          </a:p>
          <a:p>
            <a:r>
              <a:rPr lang="en-GB" dirty="0">
                <a:solidFill>
                  <a:schemeClr val="bg1"/>
                </a:solidFill>
              </a:rPr>
              <a:t>Why debouncing for mode button?</a:t>
            </a:r>
          </a:p>
          <a:p>
            <a:r>
              <a:rPr lang="en-GB" dirty="0">
                <a:solidFill>
                  <a:schemeClr val="bg1"/>
                </a:solidFill>
              </a:rPr>
              <a:t>How to add speed control?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1_Office Theme</vt:lpstr>
      <vt:lpstr>ZAS Robotic Products</vt:lpstr>
      <vt:lpstr>Lab Session 5 – Wireless Car Control – Three Modes</vt:lpstr>
      <vt:lpstr>Learning Outcomes</vt:lpstr>
      <vt:lpstr>System Overview</vt:lpstr>
      <vt:lpstr>Pseudocode - Transmitter Logic</vt:lpstr>
      <vt:lpstr>Pseudocode - Receiver Logic</vt:lpstr>
      <vt:lpstr>Controller Code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14</cp:revision>
  <dcterms:created xsi:type="dcterms:W3CDTF">2025-11-29T15:09:33Z</dcterms:created>
  <dcterms:modified xsi:type="dcterms:W3CDTF">2025-11-29T16:21:29Z</dcterms:modified>
</cp:coreProperties>
</file>