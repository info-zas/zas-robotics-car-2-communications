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7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9 – Touch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9 – Touch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Touch sensor on remote</a:t>
            </a:r>
          </a:p>
          <a:p>
            <a:r>
              <a:rPr lang="en-GB" dirty="0">
                <a:solidFill>
                  <a:schemeClr val="bg1"/>
                </a:solidFill>
              </a:rPr>
              <a:t>NRF24 TX → RX</a:t>
            </a:r>
          </a:p>
          <a:p>
            <a:r>
              <a:rPr lang="en-GB" dirty="0">
                <a:solidFill>
                  <a:schemeClr val="bg1"/>
                </a:solidFill>
              </a:rPr>
              <a:t>Car moves when touched</a:t>
            </a:r>
          </a:p>
          <a:p>
            <a:r>
              <a:rPr lang="en-GB" dirty="0">
                <a:solidFill>
                  <a:schemeClr val="bg1"/>
                </a:solidFill>
              </a:rPr>
              <a:t>OLED feedback on both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Work with capacitive touch sensors</a:t>
            </a:r>
          </a:p>
          <a:p>
            <a:r>
              <a:rPr lang="en-GB" dirty="0">
                <a:solidFill>
                  <a:schemeClr val="bg1"/>
                </a:solidFill>
              </a:rPr>
              <a:t>Transmit sensor state via RF24</a:t>
            </a:r>
          </a:p>
          <a:p>
            <a:r>
              <a:rPr lang="en-GB" dirty="0">
                <a:solidFill>
                  <a:schemeClr val="bg1"/>
                </a:solidFill>
              </a:rPr>
              <a:t>Trigger robot movement</a:t>
            </a:r>
          </a:p>
          <a:p>
            <a:r>
              <a:rPr lang="en-GB" dirty="0">
                <a:solidFill>
                  <a:schemeClr val="bg1"/>
                </a:solidFill>
              </a:rPr>
              <a:t>Debug using 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Touch → D4 on remote</a:t>
            </a:r>
          </a:p>
          <a:p>
            <a:r>
              <a:rPr lang="en-GB" dirty="0">
                <a:solidFill>
                  <a:schemeClr val="bg1"/>
                </a:solidFill>
              </a:rPr>
              <a:t>NRF24 TX → RX same as before</a:t>
            </a:r>
          </a:p>
          <a:p>
            <a:r>
              <a:rPr lang="en-GB" dirty="0">
                <a:solidFill>
                  <a:schemeClr val="bg1"/>
                </a:solidFill>
              </a:rPr>
              <a:t>OLED SDA→A4, SCL→A5</a:t>
            </a:r>
          </a:p>
          <a:p>
            <a:r>
              <a:rPr lang="en-GB" dirty="0">
                <a:solidFill>
                  <a:schemeClr val="bg1"/>
                </a:solidFill>
              </a:rPr>
              <a:t>Car motors TB6612 pins unchanged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Remote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touch state HIGH/LOW</a:t>
            </a:r>
          </a:p>
          <a:p>
            <a:r>
              <a:rPr lang="en-GB" dirty="0">
                <a:solidFill>
                  <a:schemeClr val="bg1"/>
                </a:solidFill>
              </a:rPr>
              <a:t>Create struct {touched}</a:t>
            </a:r>
          </a:p>
          <a:p>
            <a:r>
              <a:rPr lang="en-GB" dirty="0">
                <a:solidFill>
                  <a:schemeClr val="bg1"/>
                </a:solidFill>
              </a:rPr>
              <a:t>Send via </a:t>
            </a:r>
            <a:r>
              <a:rPr lang="en-GB" dirty="0" err="1">
                <a:solidFill>
                  <a:schemeClr val="bg1"/>
                </a:solidFill>
              </a:rPr>
              <a:t>radio.write</a:t>
            </a:r>
            <a:r>
              <a:rPr lang="en-GB" dirty="0">
                <a:solidFill>
                  <a:schemeClr val="bg1"/>
                </a:solidFill>
              </a:rPr>
              <a:t>()</a:t>
            </a:r>
          </a:p>
          <a:p>
            <a:r>
              <a:rPr lang="en-GB" dirty="0">
                <a:solidFill>
                  <a:schemeClr val="bg1"/>
                </a:solidFill>
              </a:rPr>
              <a:t>Show TOUCHED/NO TOUCH on OLED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https://github.com/info-zas/zas-robotics-car-2-communications/tree/main/01_FoundationProjects/09_Touch_Sensor_Control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D3F1A-C09A-99DF-5215-C0224241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B66E-78E4-869B-78E5-E2F25F74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Car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3B66-4955-5DA6-F518-7B1D4204D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radio.available</a:t>
            </a:r>
            <a:r>
              <a:rPr lang="en-GB" dirty="0">
                <a:solidFill>
                  <a:schemeClr val="bg1"/>
                </a:solidFill>
              </a:rPr>
              <a:t>() → read struct</a:t>
            </a:r>
          </a:p>
          <a:p>
            <a:r>
              <a:rPr lang="en-GB" dirty="0">
                <a:solidFill>
                  <a:schemeClr val="bg1"/>
                </a:solidFill>
              </a:rPr>
              <a:t>If touched → Forward</a:t>
            </a:r>
          </a:p>
          <a:p>
            <a:r>
              <a:rPr lang="en-GB" dirty="0">
                <a:solidFill>
                  <a:schemeClr val="bg1"/>
                </a:solidFill>
              </a:rPr>
              <a:t>Else → Stop</a:t>
            </a:r>
          </a:p>
          <a:p>
            <a:r>
              <a:rPr lang="en-GB" dirty="0">
                <a:solidFill>
                  <a:schemeClr val="bg1"/>
                </a:solidFill>
              </a:rPr>
              <a:t>Show action on OLED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https://github.com/info-zas/zas-robotics-car-2-communications/tree/main/01_FoundationProjects/09_Touch_Sensor_Control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291D6-C513-4F9B-F0BA-1838B420D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1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88893-FB53-7107-4D10-642E69A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7AB7-269F-F87E-37EE-D6E91CE0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Command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BF15-7C3F-84CB-31B9-A11B246F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TOUCHED → Move Forward</a:t>
            </a:r>
          </a:p>
          <a:p>
            <a:r>
              <a:rPr lang="en-GB" dirty="0">
                <a:solidFill>
                  <a:schemeClr val="bg1"/>
                </a:solidFill>
              </a:rPr>
              <a:t>NO TOUCH → Stop Car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5A44F-D24B-9A06-DF68-0D5BEDB2A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6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Wireless start/stop</a:t>
            </a:r>
          </a:p>
          <a:p>
            <a:r>
              <a:rPr lang="en-GB" dirty="0">
                <a:solidFill>
                  <a:schemeClr val="bg1"/>
                </a:solidFill>
              </a:rPr>
              <a:t>Remote-triggered robots</a:t>
            </a:r>
          </a:p>
          <a:p>
            <a:r>
              <a:rPr lang="en-GB" dirty="0">
                <a:solidFill>
                  <a:schemeClr val="bg1"/>
                </a:solidFill>
              </a:rPr>
              <a:t>Simple IoT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only send bool?</a:t>
            </a:r>
          </a:p>
          <a:p>
            <a:r>
              <a:rPr lang="en-GB" dirty="0">
                <a:solidFill>
                  <a:schemeClr val="bg1"/>
                </a:solidFill>
              </a:rPr>
              <a:t>How add multiple sensors?</a:t>
            </a:r>
          </a:p>
          <a:p>
            <a:r>
              <a:rPr lang="en-GB" dirty="0">
                <a:solidFill>
                  <a:schemeClr val="bg1"/>
                </a:solidFill>
              </a:rPr>
              <a:t>How avoid false triggers?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1_Office Theme</vt:lpstr>
      <vt:lpstr>ZAS Robotic Products</vt:lpstr>
      <vt:lpstr>Lab Session 9 – Touch Control</vt:lpstr>
      <vt:lpstr>Learning Outcomes</vt:lpstr>
      <vt:lpstr>Schematics</vt:lpstr>
      <vt:lpstr>Pseudocode – Remote Arduino</vt:lpstr>
      <vt:lpstr>Pseudocode – Car Arduino</vt:lpstr>
      <vt:lpstr>Command Protocol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28</cp:revision>
  <dcterms:created xsi:type="dcterms:W3CDTF">2025-11-29T15:09:33Z</dcterms:created>
  <dcterms:modified xsi:type="dcterms:W3CDTF">2025-11-29T16:58:25Z</dcterms:modified>
</cp:coreProperties>
</file>