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1 – Car Basic Movements</a:t>
            </a:r>
            <a:endParaRPr lang="en-GB" sz="3200" dirty="0">
              <a:solidFill>
                <a:schemeClr val="accent5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1 – Car Basic Movements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Understand TB6612 motor control</a:t>
            </a:r>
          </a:p>
          <a:p>
            <a:r>
              <a:rPr lang="en-GB" dirty="0">
                <a:solidFill>
                  <a:schemeClr val="bg1"/>
                </a:solidFill>
              </a:rPr>
              <a:t>Learn motor direction + speed pins</a:t>
            </a:r>
          </a:p>
          <a:p>
            <a:r>
              <a:rPr lang="en-GB" dirty="0">
                <a:solidFill>
                  <a:schemeClr val="bg1"/>
                </a:solidFill>
              </a:rPr>
              <a:t>Build basic movement functions</a:t>
            </a:r>
          </a:p>
          <a:p>
            <a:r>
              <a:rPr lang="en-GB" dirty="0">
                <a:solidFill>
                  <a:schemeClr val="bg1"/>
                </a:solidFill>
              </a:rPr>
              <a:t>Test movement on robot car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Explain direction + PWM control</a:t>
            </a:r>
          </a:p>
          <a:p>
            <a:r>
              <a:rPr lang="en-GB" dirty="0">
                <a:solidFill>
                  <a:schemeClr val="bg1"/>
                </a:solidFill>
              </a:rPr>
              <a:t>Use </a:t>
            </a:r>
            <a:r>
              <a:rPr lang="en-GB" dirty="0" err="1">
                <a:solidFill>
                  <a:schemeClr val="bg1"/>
                </a:solidFill>
              </a:rPr>
              <a:t>digitalWrite</a:t>
            </a:r>
            <a:r>
              <a:rPr lang="en-GB" dirty="0">
                <a:solidFill>
                  <a:schemeClr val="bg1"/>
                </a:solidFill>
              </a:rPr>
              <a:t> + </a:t>
            </a:r>
            <a:r>
              <a:rPr lang="en-GB" dirty="0" err="1">
                <a:solidFill>
                  <a:schemeClr val="bg1"/>
                </a:solidFill>
              </a:rPr>
              <a:t>analogWrite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Move car: F / B / L / R / Stop</a:t>
            </a:r>
          </a:p>
          <a:p>
            <a:r>
              <a:rPr lang="en-GB" dirty="0">
                <a:solidFill>
                  <a:schemeClr val="bg1"/>
                </a:solidFill>
              </a:rPr>
              <a:t>Debug wiring &amp; logic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Left Motor: IN1=7, IN2=8, PWM=6</a:t>
            </a:r>
          </a:p>
          <a:p>
            <a:r>
              <a:rPr lang="en-GB" dirty="0">
                <a:solidFill>
                  <a:schemeClr val="bg1"/>
                </a:solidFill>
              </a:rPr>
              <a:t>Right Motor: IN1=3, IN2=4, PWM=5</a:t>
            </a:r>
          </a:p>
          <a:p>
            <a:r>
              <a:rPr lang="en-GB" dirty="0">
                <a:solidFill>
                  <a:schemeClr val="bg1"/>
                </a:solidFill>
              </a:rPr>
              <a:t>VM → Battery, GND shared, VCC→5V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Setup pins as OUTPUT</a:t>
            </a:r>
          </a:p>
          <a:p>
            <a:r>
              <a:rPr lang="en-GB" dirty="0">
                <a:solidFill>
                  <a:schemeClr val="bg1"/>
                </a:solidFill>
              </a:rPr>
              <a:t>Functions: forward/backward/turn/stop</a:t>
            </a:r>
          </a:p>
          <a:p>
            <a:r>
              <a:rPr lang="en-GB" dirty="0">
                <a:solidFill>
                  <a:schemeClr val="bg1"/>
                </a:solidFill>
              </a:rPr>
              <a:t>Loop: call movement functions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07F82-B8DF-FB82-3CE0-681FBD8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A7D-FFB6-930D-0258-9271FD9D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B4DC-7351-010D-C114-8E2B13E4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#define Left1 7</a:t>
            </a:r>
          </a:p>
          <a:p>
            <a:r>
              <a:rPr lang="en-GB" dirty="0">
                <a:solidFill>
                  <a:schemeClr val="bg1"/>
                </a:solidFill>
              </a:rPr>
              <a:t>#define Left2 8</a:t>
            </a:r>
          </a:p>
          <a:p>
            <a:r>
              <a:rPr lang="en-GB" dirty="0">
                <a:solidFill>
                  <a:schemeClr val="bg1"/>
                </a:solidFill>
              </a:rPr>
              <a:t>#define </a:t>
            </a:r>
            <a:r>
              <a:rPr lang="en-GB" dirty="0" err="1">
                <a:solidFill>
                  <a:schemeClr val="bg1"/>
                </a:solidFill>
              </a:rPr>
              <a:t>Left_Speed</a:t>
            </a:r>
            <a:r>
              <a:rPr lang="en-GB" dirty="0">
                <a:solidFill>
                  <a:schemeClr val="bg1"/>
                </a:solidFill>
              </a:rPr>
              <a:t> 6</a:t>
            </a:r>
          </a:p>
          <a:p>
            <a:r>
              <a:rPr lang="en-GB" dirty="0">
                <a:solidFill>
                  <a:schemeClr val="bg1"/>
                </a:solidFill>
              </a:rPr>
              <a:t>#define Right1 3, Right2 4, </a:t>
            </a:r>
            <a:r>
              <a:rPr lang="en-GB" dirty="0" err="1">
                <a:solidFill>
                  <a:schemeClr val="bg1"/>
                </a:solidFill>
              </a:rPr>
              <a:t>Right_Speed</a:t>
            </a:r>
            <a:r>
              <a:rPr lang="en-GB" dirty="0">
                <a:solidFill>
                  <a:schemeClr val="bg1"/>
                </a:solidFill>
              </a:rPr>
              <a:t> 5</a:t>
            </a:r>
          </a:p>
          <a:p>
            <a:r>
              <a:rPr lang="en-GB" dirty="0" err="1">
                <a:solidFill>
                  <a:schemeClr val="bg1"/>
                </a:solidFill>
              </a:rPr>
              <a:t>digitalWrite</a:t>
            </a:r>
            <a:r>
              <a:rPr lang="en-GB" dirty="0">
                <a:solidFill>
                  <a:schemeClr val="bg1"/>
                </a:solidFill>
              </a:rPr>
              <a:t> + </a:t>
            </a:r>
            <a:r>
              <a:rPr lang="en-GB" dirty="0" err="1">
                <a:solidFill>
                  <a:schemeClr val="bg1"/>
                </a:solidFill>
              </a:rPr>
              <a:t>analogWrite</a:t>
            </a:r>
            <a:r>
              <a:rPr lang="en-GB" dirty="0">
                <a:solidFill>
                  <a:schemeClr val="bg1"/>
                </a:solidFill>
              </a:rPr>
              <a:t> usage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F2A6-0526-BD1E-4ED1-7C67E3FF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2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Foundation for wireless control</a:t>
            </a:r>
          </a:p>
          <a:p>
            <a:r>
              <a:rPr lang="en-GB" dirty="0">
                <a:solidFill>
                  <a:schemeClr val="bg1"/>
                </a:solidFill>
              </a:rPr>
              <a:t>Used in delivery &amp; warehouse robots</a:t>
            </a:r>
          </a:p>
          <a:p>
            <a:r>
              <a:rPr lang="en-GB" dirty="0">
                <a:solidFill>
                  <a:schemeClr val="bg1"/>
                </a:solidFill>
              </a:rPr>
              <a:t>Supports future sensor integration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Why two motor pins?</a:t>
            </a:r>
          </a:p>
          <a:p>
            <a:r>
              <a:rPr lang="en-GB" dirty="0"/>
              <a:t>What is PWM?</a:t>
            </a:r>
          </a:p>
          <a:p>
            <a:r>
              <a:rPr lang="en-GB" dirty="0"/>
              <a:t>Why both LOW = motor off?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1 – Car Basic Movements</vt:lpstr>
      <vt:lpstr>Learning Outcomes</vt:lpstr>
      <vt:lpstr>Schematics</vt:lpstr>
      <vt:lpstr>Pseudocode</vt:lpstr>
      <vt:lpstr>Example Code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</cp:revision>
  <dcterms:created xsi:type="dcterms:W3CDTF">2025-11-29T15:09:33Z</dcterms:created>
  <dcterms:modified xsi:type="dcterms:W3CDTF">2025-11-29T15:20:41Z</dcterms:modified>
</cp:coreProperties>
</file>