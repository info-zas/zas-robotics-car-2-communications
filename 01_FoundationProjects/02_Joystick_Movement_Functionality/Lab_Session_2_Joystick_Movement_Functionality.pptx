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6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Lab Session 2 – Joystick Movement Functionality</a:t>
            </a:r>
            <a:endParaRPr lang="en-GB" sz="3200" dirty="0">
              <a:solidFill>
                <a:schemeClr val="accent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Lab Session 2 – Joystick Movement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Read joystick on A0/A1</a:t>
            </a:r>
          </a:p>
          <a:p>
            <a:r>
              <a:rPr lang="en-GB" dirty="0">
                <a:solidFill>
                  <a:schemeClr val="bg1"/>
                </a:solidFill>
              </a:rPr>
              <a:t>Determine direction</a:t>
            </a:r>
          </a:p>
          <a:p>
            <a:r>
              <a:rPr lang="en-GB" dirty="0">
                <a:solidFill>
                  <a:schemeClr val="bg1"/>
                </a:solidFill>
              </a:rPr>
              <a:t>Display on OLED</a:t>
            </a:r>
          </a:p>
          <a:p>
            <a:r>
              <a:rPr lang="en-GB" dirty="0">
                <a:solidFill>
                  <a:schemeClr val="bg1"/>
                </a:solidFill>
              </a:rPr>
              <a:t>Prepare for wireless control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Understand X/Y joystick values</a:t>
            </a:r>
          </a:p>
          <a:p>
            <a:r>
              <a:rPr lang="en-GB" dirty="0">
                <a:solidFill>
                  <a:schemeClr val="bg1"/>
                </a:solidFill>
              </a:rPr>
              <a:t>Use </a:t>
            </a:r>
            <a:r>
              <a:rPr lang="en-GB" dirty="0" err="1">
                <a:solidFill>
                  <a:schemeClr val="bg1"/>
                </a:solidFill>
              </a:rPr>
              <a:t>analogRead</a:t>
            </a:r>
            <a:r>
              <a:rPr lang="en-GB" dirty="0">
                <a:solidFill>
                  <a:schemeClr val="bg1"/>
                </a:solidFill>
              </a:rPr>
              <a:t> for input</a:t>
            </a:r>
          </a:p>
          <a:p>
            <a:r>
              <a:rPr lang="en-GB" dirty="0">
                <a:solidFill>
                  <a:schemeClr val="bg1"/>
                </a:solidFill>
              </a:rPr>
              <a:t>Apply dead-zone logic</a:t>
            </a:r>
          </a:p>
          <a:p>
            <a:r>
              <a:rPr lang="en-GB" dirty="0">
                <a:solidFill>
                  <a:schemeClr val="bg1"/>
                </a:solidFill>
              </a:rPr>
              <a:t>Show direction on OLED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Schematics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Joystick: VRx→A0, VRy→A1</a:t>
            </a:r>
          </a:p>
          <a:p>
            <a:r>
              <a:rPr lang="en-GB" dirty="0">
                <a:solidFill>
                  <a:schemeClr val="bg1"/>
                </a:solidFill>
              </a:rPr>
              <a:t>GND→GND, VCC→5V</a:t>
            </a:r>
          </a:p>
          <a:p>
            <a:r>
              <a:rPr lang="en-GB" dirty="0">
                <a:solidFill>
                  <a:schemeClr val="bg1"/>
                </a:solidFill>
              </a:rPr>
              <a:t>OLED: SDA→A4, SCL→A5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Read X &amp; Y values</a:t>
            </a:r>
          </a:p>
          <a:p>
            <a:r>
              <a:rPr lang="en-GB" dirty="0">
                <a:solidFill>
                  <a:schemeClr val="bg1"/>
                </a:solidFill>
              </a:rPr>
              <a:t>Determine direction</a:t>
            </a:r>
          </a:p>
          <a:p>
            <a:r>
              <a:rPr lang="en-GB" dirty="0">
                <a:solidFill>
                  <a:schemeClr val="bg1"/>
                </a:solidFill>
              </a:rPr>
              <a:t>Clear OLED &amp; print</a:t>
            </a:r>
          </a:p>
          <a:p>
            <a:r>
              <a:rPr lang="en-GB" dirty="0">
                <a:solidFill>
                  <a:schemeClr val="bg1"/>
                </a:solidFill>
              </a:rPr>
              <a:t>Small delay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07F82-B8DF-FB82-3CE0-681FBD873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BA7D-FFB6-930D-0258-9271FD9D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Example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B4DC-7351-010D-C114-8E2B13E46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analogRead</a:t>
            </a:r>
            <a:r>
              <a:rPr lang="en-GB" dirty="0">
                <a:solidFill>
                  <a:schemeClr val="bg1"/>
                </a:solidFill>
              </a:rPr>
              <a:t>(A0/A1)</a:t>
            </a:r>
          </a:p>
          <a:p>
            <a:r>
              <a:rPr lang="en-GB" dirty="0">
                <a:solidFill>
                  <a:schemeClr val="bg1"/>
                </a:solidFill>
              </a:rPr>
              <a:t>Direction thresholds</a:t>
            </a:r>
          </a:p>
          <a:p>
            <a:r>
              <a:rPr lang="en-GB" dirty="0">
                <a:solidFill>
                  <a:schemeClr val="bg1"/>
                </a:solidFill>
              </a:rPr>
              <a:t>OLED text output</a:t>
            </a:r>
          </a:p>
          <a:p>
            <a:r>
              <a:rPr lang="en-GB" dirty="0">
                <a:solidFill>
                  <a:schemeClr val="bg1"/>
                </a:solidFill>
              </a:rPr>
              <a:t>Dead zone logic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 Link: </a:t>
            </a:r>
            <a:r>
              <a:rPr lang="en-GB" sz="2400" dirty="0">
                <a:solidFill>
                  <a:schemeClr val="accent1"/>
                </a:solidFill>
              </a:rPr>
              <a:t>https://github.com/info-zas/zas-robotics-car-2-communications/tree/main/01_FoundationProjects/02_Joystick_Movement_Functionality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5F2A6-0526-BD1E-4ED1-7C67E3FFF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2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56BC7-AFAC-D2B1-6C78-A2EAFC92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413C-0EBE-A030-491F-DEB0F227F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Direction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291BD-538D-BC07-3AE0-80118EE6B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Y&gt;600 = Forward</a:t>
            </a:r>
          </a:p>
          <a:p>
            <a:r>
              <a:rPr lang="en-GB" dirty="0">
                <a:solidFill>
                  <a:schemeClr val="bg1"/>
                </a:solidFill>
              </a:rPr>
              <a:t>Y&lt;400 = Backward</a:t>
            </a:r>
          </a:p>
          <a:p>
            <a:r>
              <a:rPr lang="en-GB" dirty="0">
                <a:solidFill>
                  <a:schemeClr val="bg1"/>
                </a:solidFill>
              </a:rPr>
              <a:t>X&gt;600 = Right</a:t>
            </a:r>
          </a:p>
          <a:p>
            <a:r>
              <a:rPr lang="en-GB" dirty="0">
                <a:solidFill>
                  <a:schemeClr val="bg1"/>
                </a:solidFill>
              </a:rPr>
              <a:t>X&lt;400 = Left</a:t>
            </a:r>
          </a:p>
          <a:p>
            <a:r>
              <a:rPr lang="en-GB" dirty="0">
                <a:solidFill>
                  <a:schemeClr val="bg1"/>
                </a:solidFill>
              </a:rPr>
              <a:t>Else = </a:t>
            </a:r>
            <a:r>
              <a:rPr lang="en-GB" dirty="0" err="1">
                <a:solidFill>
                  <a:schemeClr val="bg1"/>
                </a:solidFill>
              </a:rPr>
              <a:t>Center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9B83E-F0A2-BEC3-BBAD-CF1EA1D3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59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Robot steering</a:t>
            </a:r>
          </a:p>
          <a:p>
            <a:r>
              <a:rPr lang="en-GB" dirty="0">
                <a:solidFill>
                  <a:schemeClr val="bg1"/>
                </a:solidFill>
              </a:rPr>
              <a:t>Variable speed control</a:t>
            </a:r>
          </a:p>
          <a:p>
            <a:r>
              <a:rPr lang="en-GB" dirty="0">
                <a:solidFill>
                  <a:schemeClr val="bg1"/>
                </a:solidFill>
              </a:rPr>
              <a:t>Game controllers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dead zones?</a:t>
            </a:r>
          </a:p>
          <a:p>
            <a:r>
              <a:rPr lang="en-GB" dirty="0">
                <a:solidFill>
                  <a:schemeClr val="bg1"/>
                </a:solidFill>
              </a:rPr>
              <a:t>How map tilt to speed?</a:t>
            </a:r>
          </a:p>
          <a:p>
            <a:r>
              <a:rPr lang="en-GB" dirty="0">
                <a:solidFill>
                  <a:schemeClr val="bg1"/>
                </a:solidFill>
              </a:rPr>
              <a:t>What causes jitter?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1_Office Theme</vt:lpstr>
      <vt:lpstr>ZAS Robotic Products</vt:lpstr>
      <vt:lpstr>Lab Session 2 – Joystick Movement Functionality</vt:lpstr>
      <vt:lpstr>Learning Outcomes</vt:lpstr>
      <vt:lpstr>Schematics</vt:lpstr>
      <vt:lpstr>Pseudocode</vt:lpstr>
      <vt:lpstr>Example Code</vt:lpstr>
      <vt:lpstr>Direction Logic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6</cp:revision>
  <dcterms:created xsi:type="dcterms:W3CDTF">2025-11-29T15:09:33Z</dcterms:created>
  <dcterms:modified xsi:type="dcterms:W3CDTF">2025-11-29T15:43:53Z</dcterms:modified>
</cp:coreProperties>
</file>