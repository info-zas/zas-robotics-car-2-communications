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8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00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56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1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92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5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7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412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17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50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804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00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1084-B5DC-32D0-70C8-1C1F01656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ZAS Robotic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29A87-03D8-FA02-3B18-72CD3764F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3200" dirty="0">
                <a:solidFill>
                  <a:schemeClr val="accent4"/>
                </a:solidFill>
              </a:rPr>
              <a:t>Navigational Robotic Series</a:t>
            </a:r>
          </a:p>
          <a:p>
            <a:r>
              <a:rPr lang="en-GB" sz="3200" dirty="0">
                <a:solidFill>
                  <a:schemeClr val="accent5"/>
                </a:solidFill>
              </a:rPr>
              <a:t>Robot Car-2: Communications</a:t>
            </a:r>
          </a:p>
          <a:p>
            <a:endParaRPr lang="en-GB" sz="3200" dirty="0">
              <a:solidFill>
                <a:schemeClr val="accent5"/>
              </a:solidFill>
            </a:endParaRPr>
          </a:p>
          <a:p>
            <a:r>
              <a:rPr lang="fr-FR" sz="3200" dirty="0" err="1">
                <a:solidFill>
                  <a:schemeClr val="bg1"/>
                </a:solidFill>
              </a:rPr>
              <a:t>Lab</a:t>
            </a:r>
            <a:r>
              <a:rPr lang="fr-FR" sz="3200" dirty="0">
                <a:solidFill>
                  <a:schemeClr val="bg1"/>
                </a:solidFill>
              </a:rPr>
              <a:t> Session 10 – </a:t>
            </a:r>
            <a:r>
              <a:rPr lang="fr-FR" sz="3200" dirty="0" err="1">
                <a:solidFill>
                  <a:schemeClr val="bg1"/>
                </a:solidFill>
              </a:rPr>
              <a:t>Multi‑Mode</a:t>
            </a:r>
            <a:r>
              <a:rPr lang="fr-FR" sz="3200" dirty="0">
                <a:solidFill>
                  <a:schemeClr val="bg1"/>
                </a:solidFill>
              </a:rPr>
              <a:t> Robot Car</a:t>
            </a:r>
            <a:endParaRPr lang="en-GB" sz="32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071" y="156102"/>
            <a:ext cx="4042963" cy="108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8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96AC-FE34-509D-4488-5EEBF814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Lab</a:t>
            </a:r>
            <a:r>
              <a:rPr lang="fr-FR" dirty="0">
                <a:solidFill>
                  <a:schemeClr val="bg1"/>
                </a:solidFill>
              </a:rPr>
              <a:t> Session 10 – </a:t>
            </a:r>
            <a:r>
              <a:rPr lang="fr-FR" dirty="0" err="1">
                <a:solidFill>
                  <a:schemeClr val="bg1"/>
                </a:solidFill>
              </a:rPr>
              <a:t>Multi‑Mode</a:t>
            </a:r>
            <a:r>
              <a:rPr lang="fr-FR" dirty="0">
                <a:solidFill>
                  <a:schemeClr val="bg1"/>
                </a:solidFill>
              </a:rPr>
              <a:t> Robot Car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284EC-691F-E51F-6296-6DE58F651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Integrate all past control methods</a:t>
            </a:r>
          </a:p>
          <a:p>
            <a:r>
              <a:rPr lang="en-GB" dirty="0">
                <a:solidFill>
                  <a:schemeClr val="bg1"/>
                </a:solidFill>
              </a:rPr>
              <a:t>Switch between manual &amp; autonomous modes</a:t>
            </a:r>
          </a:p>
          <a:p>
            <a:r>
              <a:rPr lang="en-GB" dirty="0">
                <a:solidFill>
                  <a:schemeClr val="bg1"/>
                </a:solidFill>
              </a:rPr>
              <a:t>Use clean switch‑case architecture</a:t>
            </a:r>
          </a:p>
          <a:p>
            <a:r>
              <a:rPr lang="en-GB" dirty="0">
                <a:solidFill>
                  <a:schemeClr val="bg1"/>
                </a:solidFill>
              </a:rPr>
              <a:t>OLED status for each mode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3358A-5292-1DCC-3BE2-09552A036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6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74598-3697-C518-42DC-9B65ACEF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49E4-6A60-2A52-A595-6044BB8E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BB9D1-42CA-E3CD-E1DA-642AC6BF1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Design modular robot firmware</a:t>
            </a:r>
          </a:p>
          <a:p>
            <a:r>
              <a:rPr lang="en-GB" dirty="0">
                <a:solidFill>
                  <a:schemeClr val="bg1"/>
                </a:solidFill>
              </a:rPr>
              <a:t>Implement multiple control modes</a:t>
            </a:r>
          </a:p>
          <a:p>
            <a:r>
              <a:rPr lang="en-GB" dirty="0">
                <a:solidFill>
                  <a:schemeClr val="bg1"/>
                </a:solidFill>
              </a:rPr>
              <a:t>Use structured code architecture</a:t>
            </a:r>
          </a:p>
          <a:p>
            <a:r>
              <a:rPr lang="en-GB" dirty="0">
                <a:solidFill>
                  <a:schemeClr val="bg1"/>
                </a:solidFill>
              </a:rPr>
              <a:t>Debug using OLED indicators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2F93F9-291A-56D5-DFB9-6E3FAEA2B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5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49BE7-4D28-6D0B-03F3-7BF87DBD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6B09-B417-8733-CF2C-EA285A44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Modes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2C9B-A67B-13E5-E0AF-29E5B6BD5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Mode 1 – Joystick Control</a:t>
            </a:r>
          </a:p>
          <a:p>
            <a:r>
              <a:rPr lang="en-GB" dirty="0">
                <a:solidFill>
                  <a:schemeClr val="bg1"/>
                </a:solidFill>
              </a:rPr>
              <a:t>Mode 2 – Accelerometer Tilt</a:t>
            </a:r>
          </a:p>
          <a:p>
            <a:r>
              <a:rPr lang="en-GB" dirty="0">
                <a:solidFill>
                  <a:schemeClr val="bg1"/>
                </a:solidFill>
              </a:rPr>
              <a:t>Mode 3 – IR Remote Control</a:t>
            </a:r>
          </a:p>
          <a:p>
            <a:r>
              <a:rPr lang="en-GB" dirty="0">
                <a:solidFill>
                  <a:schemeClr val="bg1"/>
                </a:solidFill>
              </a:rPr>
              <a:t>Mode 4 – Bluetooth Control</a:t>
            </a:r>
          </a:p>
          <a:p>
            <a:r>
              <a:rPr lang="en-GB" dirty="0">
                <a:solidFill>
                  <a:schemeClr val="bg1"/>
                </a:solidFill>
              </a:rPr>
              <a:t>Mode 5 – Obstacle Avoidance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742C5-6895-8286-9A55-EED0C7B61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06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EEA1D3-12CB-061A-A911-5C51E08A5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6CAC-CBA2-048B-5373-CEF78C7CA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3764B-31C0-6531-B53A-5F350FCC0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Remote/Car use shared struct</a:t>
            </a:r>
          </a:p>
          <a:p>
            <a:r>
              <a:rPr lang="en-GB" dirty="0">
                <a:solidFill>
                  <a:schemeClr val="bg1"/>
                </a:solidFill>
              </a:rPr>
              <a:t>Clean functions per mode</a:t>
            </a:r>
          </a:p>
          <a:p>
            <a:r>
              <a:rPr lang="en-GB" dirty="0">
                <a:solidFill>
                  <a:schemeClr val="bg1"/>
                </a:solidFill>
              </a:rPr>
              <a:t>OLED prints Active Mode + Action</a:t>
            </a:r>
          </a:p>
          <a:p>
            <a:r>
              <a:rPr lang="en-GB" dirty="0">
                <a:solidFill>
                  <a:schemeClr val="bg1"/>
                </a:solidFill>
              </a:rPr>
              <a:t>Motor functions reused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FBB528-CE60-6ED1-1B65-BE0BADE05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2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91E53-B294-9239-C2C8-F5D46919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8FA3-7158-8A96-0341-6C6EABF8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Pseudocode – Main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519D-9447-38ED-FD25-E280C2233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Read mode button</a:t>
            </a:r>
          </a:p>
          <a:p>
            <a:r>
              <a:rPr lang="en-GB" dirty="0">
                <a:solidFill>
                  <a:schemeClr val="bg1"/>
                </a:solidFill>
              </a:rPr>
              <a:t>switch(mode):</a:t>
            </a:r>
          </a:p>
          <a:p>
            <a:r>
              <a:rPr lang="en-GB" dirty="0">
                <a:solidFill>
                  <a:schemeClr val="bg1"/>
                </a:solidFill>
              </a:rPr>
              <a:t> case JOYSTICK: read X/Y → drive</a:t>
            </a:r>
          </a:p>
          <a:p>
            <a:r>
              <a:rPr lang="en-GB" dirty="0">
                <a:solidFill>
                  <a:schemeClr val="bg1"/>
                </a:solidFill>
              </a:rPr>
              <a:t> case TILT: accel → direction</a:t>
            </a:r>
          </a:p>
          <a:p>
            <a:r>
              <a:rPr lang="en-GB" dirty="0">
                <a:solidFill>
                  <a:schemeClr val="bg1"/>
                </a:solidFill>
              </a:rPr>
              <a:t> case IR: decode IR code → action</a:t>
            </a:r>
          </a:p>
          <a:p>
            <a:r>
              <a:rPr lang="en-GB" dirty="0">
                <a:solidFill>
                  <a:schemeClr val="bg1"/>
                </a:solidFill>
              </a:rPr>
              <a:t> case BT: read BT char → move</a:t>
            </a:r>
          </a:p>
          <a:p>
            <a:r>
              <a:rPr lang="en-GB" dirty="0">
                <a:solidFill>
                  <a:schemeClr val="bg1"/>
                </a:solidFill>
              </a:rPr>
              <a:t> case OBST: run obstacle routine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</a:rPr>
              <a:t>GitHub: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sz="2600" dirty="0">
                <a:solidFill>
                  <a:schemeClr val="accent1"/>
                </a:solidFill>
              </a:rPr>
              <a:t>https://github.com/info-zas/zas-robotics-car-2-communications/tree/main/01_FoundationProjects/10_Multi_Mode_Robot_Car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2BE2E-BC4C-5BBE-6C8F-0C1EE4478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24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15261-95B6-C07C-160B-717C3FC9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B586-224B-3222-89EF-D6DBF4AF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BE6A-61B5-C731-D109-A50F539C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Production‑grade robot firmware</a:t>
            </a:r>
          </a:p>
          <a:p>
            <a:r>
              <a:rPr lang="en-GB" dirty="0">
                <a:solidFill>
                  <a:schemeClr val="bg1"/>
                </a:solidFill>
              </a:rPr>
              <a:t>Modular IoT robot platform</a:t>
            </a:r>
          </a:p>
          <a:p>
            <a:r>
              <a:rPr lang="en-GB" dirty="0">
                <a:solidFill>
                  <a:schemeClr val="bg1"/>
                </a:solidFill>
              </a:rPr>
              <a:t>Expandable for future sensors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6B218-CB3B-9D01-B653-16E92441B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53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9DFF6-60F7-FE01-7A26-3CF8EA34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02E0-37D4-4612-6A81-09820795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5459-098C-C078-AB7E-1F5DF4E53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Why modular design?</a:t>
            </a:r>
          </a:p>
          <a:p>
            <a:r>
              <a:rPr lang="en-GB" dirty="0">
                <a:solidFill>
                  <a:schemeClr val="bg1"/>
                </a:solidFill>
              </a:rPr>
              <a:t>Why use switch‑case?</a:t>
            </a:r>
          </a:p>
          <a:p>
            <a:r>
              <a:rPr lang="en-GB" dirty="0">
                <a:solidFill>
                  <a:schemeClr val="bg1"/>
                </a:solidFill>
              </a:rPr>
              <a:t>How add new modes?</a:t>
            </a:r>
          </a:p>
          <a:p>
            <a:r>
              <a:rPr lang="en-GB" dirty="0">
                <a:solidFill>
                  <a:schemeClr val="bg1"/>
                </a:solidFill>
              </a:rPr>
              <a:t>How ensure reliability?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987B9-162F-9AF6-0B5B-C3575E4F8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221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1_Office Theme</vt:lpstr>
      <vt:lpstr>ZAS Robotic Products</vt:lpstr>
      <vt:lpstr>Lab Session 10 – Multi‑Mode Robot Car</vt:lpstr>
      <vt:lpstr>Learning Outcomes</vt:lpstr>
      <vt:lpstr>Modes Overview</vt:lpstr>
      <vt:lpstr>Architecture</vt:lpstr>
      <vt:lpstr>Pseudocode – Main Logic</vt:lpstr>
      <vt:lpstr>Applications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31</cp:revision>
  <dcterms:created xsi:type="dcterms:W3CDTF">2025-11-29T15:09:33Z</dcterms:created>
  <dcterms:modified xsi:type="dcterms:W3CDTF">2025-11-29T17:06:39Z</dcterms:modified>
</cp:coreProperties>
</file>