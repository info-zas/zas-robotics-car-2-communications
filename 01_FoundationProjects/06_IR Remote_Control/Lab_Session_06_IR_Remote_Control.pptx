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6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6 – IR Remote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6 – IR Remote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IR Receiver basics</a:t>
            </a:r>
          </a:p>
          <a:p>
            <a:r>
              <a:rPr lang="en-GB" dirty="0">
                <a:solidFill>
                  <a:schemeClr val="bg1"/>
                </a:solidFill>
              </a:rPr>
              <a:t>Decode IR signals</a:t>
            </a:r>
          </a:p>
          <a:p>
            <a:r>
              <a:rPr lang="en-GB" dirty="0">
                <a:solidFill>
                  <a:schemeClr val="bg1"/>
                </a:solidFill>
              </a:rPr>
              <a:t>Map buttons to car actions</a:t>
            </a:r>
          </a:p>
          <a:p>
            <a:r>
              <a:rPr lang="en-GB" dirty="0">
                <a:solidFill>
                  <a:schemeClr val="bg1"/>
                </a:solidFill>
              </a:rPr>
              <a:t>OLED debugging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Use </a:t>
            </a:r>
            <a:r>
              <a:rPr lang="en-GB" dirty="0" err="1">
                <a:solidFill>
                  <a:schemeClr val="bg1"/>
                </a:solidFill>
              </a:rPr>
              <a:t>IRremote</a:t>
            </a:r>
            <a:r>
              <a:rPr lang="en-GB" dirty="0">
                <a:solidFill>
                  <a:schemeClr val="bg1"/>
                </a:solidFill>
              </a:rPr>
              <a:t> library</a:t>
            </a:r>
          </a:p>
          <a:p>
            <a:r>
              <a:rPr lang="en-GB" dirty="0">
                <a:solidFill>
                  <a:schemeClr val="bg1"/>
                </a:solidFill>
              </a:rPr>
              <a:t>Read NEC IR codes</a:t>
            </a:r>
          </a:p>
          <a:p>
            <a:r>
              <a:rPr lang="en-GB" dirty="0">
                <a:solidFill>
                  <a:schemeClr val="bg1"/>
                </a:solidFill>
              </a:rPr>
              <a:t>Control motors with IR</a:t>
            </a:r>
          </a:p>
          <a:p>
            <a:r>
              <a:rPr lang="en-GB" dirty="0">
                <a:solidFill>
                  <a:schemeClr val="bg1"/>
                </a:solidFill>
              </a:rPr>
              <a:t>Show actions on OLED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Schematics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IR OUT → D11</a:t>
            </a:r>
          </a:p>
          <a:p>
            <a:r>
              <a:rPr lang="en-GB" dirty="0">
                <a:solidFill>
                  <a:schemeClr val="bg1"/>
                </a:solidFill>
              </a:rPr>
              <a:t>VCC → 5V, GND → GND</a:t>
            </a:r>
          </a:p>
          <a:p>
            <a:r>
              <a:rPr lang="en-GB" dirty="0">
                <a:solidFill>
                  <a:schemeClr val="bg1"/>
                </a:solidFill>
              </a:rPr>
              <a:t>OLED SDA→A4, SCL→A5</a:t>
            </a:r>
          </a:p>
          <a:p>
            <a:r>
              <a:rPr lang="en-GB" dirty="0">
                <a:solidFill>
                  <a:schemeClr val="bg1"/>
                </a:solidFill>
              </a:rPr>
              <a:t>TB6612 motor pins same as before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IR Receiver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Start IR receiver</a:t>
            </a:r>
          </a:p>
          <a:p>
            <a:r>
              <a:rPr lang="en-GB" dirty="0">
                <a:solidFill>
                  <a:schemeClr val="bg1"/>
                </a:solidFill>
              </a:rPr>
              <a:t>If code received:</a:t>
            </a:r>
          </a:p>
          <a:p>
            <a:r>
              <a:rPr lang="en-GB" dirty="0">
                <a:solidFill>
                  <a:schemeClr val="bg1"/>
                </a:solidFill>
              </a:rPr>
              <a:t>Map code → action</a:t>
            </a:r>
          </a:p>
          <a:p>
            <a:r>
              <a:rPr lang="en-GB" dirty="0">
                <a:solidFill>
                  <a:schemeClr val="bg1"/>
                </a:solidFill>
              </a:rPr>
              <a:t>Forward/back/left/right/stop</a:t>
            </a:r>
          </a:p>
          <a:p>
            <a:r>
              <a:rPr lang="en-GB" dirty="0">
                <a:solidFill>
                  <a:schemeClr val="bg1"/>
                </a:solidFill>
              </a:rPr>
              <a:t>Show action on OLED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https://github.com/info-zas/zas-robotics-car-2-communications/tree/main/01_FoundationProjects/06_IR%20Remote_Control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88893-FB53-7107-4D10-642E69A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7AB7-269F-F87E-37EE-D6E91CE0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IR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BF15-7C3F-84CB-31B9-A11B246F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UP → Forward</a:t>
            </a:r>
          </a:p>
          <a:p>
            <a:r>
              <a:rPr lang="en-GB" dirty="0">
                <a:solidFill>
                  <a:schemeClr val="bg1"/>
                </a:solidFill>
              </a:rPr>
              <a:t>DOWN → Backward</a:t>
            </a:r>
          </a:p>
          <a:p>
            <a:r>
              <a:rPr lang="en-GB" dirty="0">
                <a:solidFill>
                  <a:schemeClr val="bg1"/>
                </a:solidFill>
              </a:rPr>
              <a:t>LEFT → Turn Left</a:t>
            </a:r>
          </a:p>
          <a:p>
            <a:r>
              <a:rPr lang="en-GB" dirty="0">
                <a:solidFill>
                  <a:schemeClr val="bg1"/>
                </a:solidFill>
              </a:rPr>
              <a:t>RIGHT → Turn Right</a:t>
            </a:r>
          </a:p>
          <a:p>
            <a:r>
              <a:rPr lang="en-GB" dirty="0">
                <a:solidFill>
                  <a:schemeClr val="bg1"/>
                </a:solidFill>
              </a:rPr>
              <a:t>OK → Stop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5A44F-D24B-9A06-DF68-0D5BEDB2A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6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IR-based robot control</a:t>
            </a:r>
          </a:p>
          <a:p>
            <a:r>
              <a:rPr lang="en-GB" dirty="0">
                <a:solidFill>
                  <a:schemeClr val="bg1"/>
                </a:solidFill>
              </a:rPr>
              <a:t>Backup control mode</a:t>
            </a:r>
          </a:p>
          <a:p>
            <a:r>
              <a:rPr lang="en-GB" dirty="0">
                <a:solidFill>
                  <a:schemeClr val="bg1"/>
                </a:solidFill>
              </a:rPr>
              <a:t>Understanding protocols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38 kHz carrier?</a:t>
            </a:r>
          </a:p>
          <a:p>
            <a:r>
              <a:rPr lang="en-GB" dirty="0">
                <a:solidFill>
                  <a:schemeClr val="bg1"/>
                </a:solidFill>
              </a:rPr>
              <a:t>How decode unknown remotes?</a:t>
            </a:r>
          </a:p>
          <a:p>
            <a:r>
              <a:rPr lang="en-GB" dirty="0">
                <a:solidFill>
                  <a:schemeClr val="bg1"/>
                </a:solidFill>
              </a:rPr>
              <a:t>IR vs RF differences?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1_Office Theme</vt:lpstr>
      <vt:lpstr>ZAS Robotic Products</vt:lpstr>
      <vt:lpstr>Lab Session 6 – IR Remote Control</vt:lpstr>
      <vt:lpstr>Learning Outcomes</vt:lpstr>
      <vt:lpstr>Schematics</vt:lpstr>
      <vt:lpstr>Pseudocode – IR Receiver Logic</vt:lpstr>
      <vt:lpstr>IR Commands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16</cp:revision>
  <dcterms:created xsi:type="dcterms:W3CDTF">2025-11-29T15:09:33Z</dcterms:created>
  <dcterms:modified xsi:type="dcterms:W3CDTF">2025-11-29T16:35:12Z</dcterms:modified>
</cp:coreProperties>
</file>