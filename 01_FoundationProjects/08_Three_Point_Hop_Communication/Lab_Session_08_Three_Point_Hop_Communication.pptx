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2" r:id="rId6"/>
    <p:sldId id="267" r:id="rId7"/>
    <p:sldId id="266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en-GB" sz="3200" dirty="0">
                <a:solidFill>
                  <a:schemeClr val="bg1"/>
                </a:solidFill>
              </a:rPr>
              <a:t>Lab Session 8 – Three-Point Hop Communication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Lab Session 8 – Three-Point Hop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Bluetooth → Arduino Remote</a:t>
            </a:r>
          </a:p>
          <a:p>
            <a:r>
              <a:rPr lang="en-GB" dirty="0">
                <a:solidFill>
                  <a:schemeClr val="bg1"/>
                </a:solidFill>
              </a:rPr>
              <a:t>NRF24 Tx → NRF24 Rx</a:t>
            </a:r>
          </a:p>
          <a:p>
            <a:r>
              <a:rPr lang="en-GB" dirty="0">
                <a:solidFill>
                  <a:schemeClr val="bg1"/>
                </a:solidFill>
              </a:rPr>
              <a:t>Car movement via multi-hop</a:t>
            </a:r>
          </a:p>
          <a:p>
            <a:r>
              <a:rPr lang="en-GB" dirty="0">
                <a:solidFill>
                  <a:schemeClr val="bg1"/>
                </a:solidFill>
              </a:rPr>
              <a:t>OLED debugging at each stage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Receive BT commands on remote</a:t>
            </a:r>
          </a:p>
          <a:p>
            <a:r>
              <a:rPr lang="en-GB" dirty="0">
                <a:solidFill>
                  <a:schemeClr val="bg1"/>
                </a:solidFill>
              </a:rPr>
              <a:t>Forward via NRF24</a:t>
            </a:r>
          </a:p>
          <a:p>
            <a:r>
              <a:rPr lang="en-GB" dirty="0">
                <a:solidFill>
                  <a:schemeClr val="bg1"/>
                </a:solidFill>
              </a:rPr>
              <a:t>Decode on car Arduino</a:t>
            </a:r>
          </a:p>
          <a:p>
            <a:r>
              <a:rPr lang="en-GB" dirty="0">
                <a:solidFill>
                  <a:schemeClr val="bg1"/>
                </a:solidFill>
              </a:rPr>
              <a:t>Control motors over multi-hop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Architecture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Phone → Bluetooth → Remote</a:t>
            </a:r>
          </a:p>
          <a:p>
            <a:r>
              <a:rPr lang="en-GB" dirty="0">
                <a:solidFill>
                  <a:schemeClr val="bg1"/>
                </a:solidFill>
              </a:rPr>
              <a:t>Remote → NRF24 → Car</a:t>
            </a:r>
          </a:p>
          <a:p>
            <a:r>
              <a:rPr lang="en-GB" dirty="0">
                <a:solidFill>
                  <a:schemeClr val="bg1"/>
                </a:solidFill>
              </a:rPr>
              <a:t>Car → Motor driver (TB6612)</a:t>
            </a:r>
          </a:p>
          <a:p>
            <a:r>
              <a:rPr lang="en-GB" dirty="0">
                <a:solidFill>
                  <a:schemeClr val="bg1"/>
                </a:solidFill>
              </a:rPr>
              <a:t>OLED on both devices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Remote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BT.read</a:t>
            </a:r>
            <a:r>
              <a:rPr lang="en-GB" dirty="0">
                <a:solidFill>
                  <a:schemeClr val="bg1"/>
                </a:solidFill>
              </a:rPr>
              <a:t> incoming command</a:t>
            </a:r>
          </a:p>
          <a:p>
            <a:r>
              <a:rPr lang="en-GB" dirty="0">
                <a:solidFill>
                  <a:schemeClr val="bg1"/>
                </a:solidFill>
              </a:rPr>
              <a:t>Create struct {</a:t>
            </a:r>
            <a:r>
              <a:rPr lang="en-GB" dirty="0" err="1">
                <a:solidFill>
                  <a:schemeClr val="bg1"/>
                </a:solidFill>
              </a:rPr>
              <a:t>cmd</a:t>
            </a:r>
            <a:r>
              <a:rPr lang="en-GB" dirty="0">
                <a:solidFill>
                  <a:schemeClr val="bg1"/>
                </a:solidFill>
              </a:rPr>
              <a:t>}</a:t>
            </a:r>
          </a:p>
          <a:p>
            <a:r>
              <a:rPr lang="en-GB" dirty="0">
                <a:solidFill>
                  <a:schemeClr val="bg1"/>
                </a:solidFill>
              </a:rPr>
              <a:t>Send via </a:t>
            </a:r>
            <a:r>
              <a:rPr lang="en-GB" dirty="0" err="1">
                <a:solidFill>
                  <a:schemeClr val="bg1"/>
                </a:solidFill>
              </a:rPr>
              <a:t>radio.write</a:t>
            </a:r>
            <a:r>
              <a:rPr lang="en-GB" dirty="0">
                <a:solidFill>
                  <a:schemeClr val="bg1"/>
                </a:solidFill>
              </a:rPr>
              <a:t>()</a:t>
            </a:r>
          </a:p>
          <a:p>
            <a:r>
              <a:rPr lang="en-GB" dirty="0">
                <a:solidFill>
                  <a:schemeClr val="bg1"/>
                </a:solidFill>
              </a:rPr>
              <a:t>Display BT→NRF on OLED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600" dirty="0">
                <a:solidFill>
                  <a:schemeClr val="accent1"/>
                </a:solidFill>
              </a:rPr>
              <a:t>https://github.com/info-zas/zas-robotics-car-2-communications/tree/main/01_FoundationProjects/08_Three_Point_Hop_Communication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D3F1A-C09A-99DF-5215-C02242418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5B66E-78E4-869B-78E5-E2F25F741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Car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23B66-4955-5DA6-F518-7B1D4204D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radio.available</a:t>
            </a:r>
            <a:r>
              <a:rPr lang="en-GB" dirty="0">
                <a:solidFill>
                  <a:schemeClr val="bg1"/>
                </a:solidFill>
              </a:rPr>
              <a:t>() → read struct</a:t>
            </a:r>
          </a:p>
          <a:p>
            <a:r>
              <a:rPr lang="en-GB" dirty="0" err="1">
                <a:solidFill>
                  <a:schemeClr val="bg1"/>
                </a:solidFill>
              </a:rPr>
              <a:t>cmd:F</a:t>
            </a:r>
            <a:r>
              <a:rPr lang="en-GB" dirty="0">
                <a:solidFill>
                  <a:schemeClr val="bg1"/>
                </a:solidFill>
              </a:rPr>
              <a:t>/B/L/R/S → movement</a:t>
            </a:r>
          </a:p>
          <a:p>
            <a:r>
              <a:rPr lang="en-GB" dirty="0">
                <a:solidFill>
                  <a:schemeClr val="bg1"/>
                </a:solidFill>
              </a:rPr>
              <a:t>Drive motors</a:t>
            </a:r>
          </a:p>
          <a:p>
            <a:r>
              <a:rPr lang="en-GB" dirty="0">
                <a:solidFill>
                  <a:schemeClr val="bg1"/>
                </a:solidFill>
              </a:rPr>
              <a:t>Show RX </a:t>
            </a:r>
            <a:r>
              <a:rPr lang="en-GB" dirty="0" err="1">
                <a:solidFill>
                  <a:schemeClr val="bg1"/>
                </a:solidFill>
              </a:rPr>
              <a:t>cmd</a:t>
            </a:r>
            <a:r>
              <a:rPr lang="en-GB" dirty="0">
                <a:solidFill>
                  <a:schemeClr val="bg1"/>
                </a:solidFill>
              </a:rPr>
              <a:t> on OLED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600" dirty="0">
                <a:solidFill>
                  <a:schemeClr val="accent1"/>
                </a:solidFill>
              </a:rPr>
              <a:t>https://github.com/info-zas/zas-robotics-car-2-communications/tree/main/01_FoundationProjects/08_Three_Point_Hop_Communication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0291D6-C513-4F9B-F0BA-1838B420D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1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88893-FB53-7107-4D10-642E69A1E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C7AB7-269F-F87E-37EE-D6E91CE09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Command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BF15-7C3F-84CB-31B9-A11B246FE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F → Forward</a:t>
            </a:r>
          </a:p>
          <a:p>
            <a:r>
              <a:rPr lang="en-GB" dirty="0">
                <a:solidFill>
                  <a:schemeClr val="bg1"/>
                </a:solidFill>
              </a:rPr>
              <a:t>B → Backward</a:t>
            </a:r>
          </a:p>
          <a:p>
            <a:r>
              <a:rPr lang="en-GB" dirty="0">
                <a:solidFill>
                  <a:schemeClr val="bg1"/>
                </a:solidFill>
              </a:rPr>
              <a:t>L → Left</a:t>
            </a:r>
          </a:p>
          <a:p>
            <a:r>
              <a:rPr lang="en-GB" dirty="0">
                <a:solidFill>
                  <a:schemeClr val="bg1"/>
                </a:solidFill>
              </a:rPr>
              <a:t>R → Right</a:t>
            </a:r>
          </a:p>
          <a:p>
            <a:r>
              <a:rPr lang="en-GB" dirty="0">
                <a:solidFill>
                  <a:schemeClr val="bg1"/>
                </a:solidFill>
              </a:rPr>
              <a:t>S → Stop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5A44F-D24B-9A06-DF68-0D5BEDB2AC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62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Gateways &amp; repeaters</a:t>
            </a:r>
          </a:p>
          <a:p>
            <a:r>
              <a:rPr lang="en-GB" dirty="0">
                <a:solidFill>
                  <a:schemeClr val="bg1"/>
                </a:solidFill>
              </a:rPr>
              <a:t>Multi-hop communication</a:t>
            </a:r>
          </a:p>
          <a:p>
            <a:r>
              <a:rPr lang="en-GB" dirty="0">
                <a:solidFill>
                  <a:schemeClr val="bg1"/>
                </a:solidFill>
              </a:rPr>
              <a:t>IoT relay nodes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multi-hop?</a:t>
            </a:r>
          </a:p>
          <a:p>
            <a:r>
              <a:rPr lang="en-GB" dirty="0">
                <a:solidFill>
                  <a:schemeClr val="bg1"/>
                </a:solidFill>
              </a:rPr>
              <a:t>NRF24 vs Bluetooth?</a:t>
            </a:r>
          </a:p>
          <a:p>
            <a:r>
              <a:rPr lang="en-GB" dirty="0">
                <a:solidFill>
                  <a:schemeClr val="bg1"/>
                </a:solidFill>
              </a:rPr>
              <a:t>How add reliability?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1_Office Theme</vt:lpstr>
      <vt:lpstr>ZAS Robotic Products</vt:lpstr>
      <vt:lpstr>Lab Session 8 – Three-Point Hop Communication</vt:lpstr>
      <vt:lpstr>Learning Outcomes</vt:lpstr>
      <vt:lpstr>Architecture Overview</vt:lpstr>
      <vt:lpstr>Pseudocode – Remote Arduino</vt:lpstr>
      <vt:lpstr>Pseudocode – Car Arduino</vt:lpstr>
      <vt:lpstr>Command Protocol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25</cp:revision>
  <dcterms:created xsi:type="dcterms:W3CDTF">2025-11-29T15:09:33Z</dcterms:created>
  <dcterms:modified xsi:type="dcterms:W3CDTF">2025-11-29T16:51:08Z</dcterms:modified>
</cp:coreProperties>
</file>